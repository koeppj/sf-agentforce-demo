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xmlns:ns4="http://customooxmlschemas.google.com/" strictFirstAndLastChars="0" embedTrueTypeFonts="1" saveSubsetFonts="1" autoCompressPictures="0">
  <ns0:sldMasterIdLst>
    <ns0:sldMasterId id="2147483648" ns1:id="rId1"/>
    <ns0:sldMasterId id="2147483654" ns1:id="rId2"/>
  </ns0:sldMasterIdLst>
  <ns0:notesMasterIdLst>
    <ns0:notesMasterId ns1:id="rId66"/>
  </ns0:notesMasterIdLst>
  <ns0:sldIdLst>
    <ns0:sldId id="273" ns1:id="rId20"/>
    <ns0:sldId id="256" ns1:id="rId3"/>
    <ns0:sldId id="257" ns1:id="rId4"/>
    <ns0:sldId id="258" ns1:id="rId5"/>
    <ns0:sldId id="259" ns1:id="rId6"/>
    <ns0:sldId id="260" ns1:id="rId7"/>
    <ns0:sldId id="261" ns1:id="rId8"/>
    <ns0:sldId id="262" ns1:id="rId9"/>
    <ns0:sldId id="263" ns1:id="rId10"/>
    <ns0:sldId id="264" ns1:id="rId11"/>
    <ns0:sldId id="265" ns1:id="rId12"/>
    <ns0:sldId id="266" ns1:id="rId13"/>
    <ns0:sldId id="267" ns1:id="rId14"/>
    <ns0:sldId id="268" ns1:id="rId15"/>
    <ns0:sldId id="269" ns1:id="rId16"/>
    <ns0:sldId id="270" ns1:id="rId17"/>
    <ns0:sldId id="271" ns1:id="rId18"/>
    <ns0:sldId id="272" ns1:id="rId19"/>
    <ns0:sldId id="274" ns1:id="rId21"/>
    <ns0:sldId id="275" ns1:id="rId22"/>
    <ns0:sldId id="276" ns1:id="rId23"/>
    <ns0:sldId id="277" ns1:id="rId24"/>
    <ns0:sldId id="278" ns1:id="rId25"/>
    <ns0:sldId id="279" ns1:id="rId26"/>
    <ns0:sldId id="280" ns1:id="rId27"/>
    <ns0:sldId id="281" ns1:id="rId28"/>
    <ns0:sldId id="282" ns1:id="rId29"/>
    <ns0:sldId id="283" ns1:id="rId30"/>
    <ns0:sldId id="284" ns1:id="rId31"/>
    <ns0:sldId id="285" ns1:id="rId32"/>
    <ns0:sldId id="286" ns1:id="rId33"/>
    <ns0:sldId id="287" ns1:id="rId34"/>
    <ns0:sldId id="288" ns1:id="rId35"/>
    <ns0:sldId id="289" ns1:id="rId36"/>
    <ns0:sldId id="290" ns1:id="rId37"/>
    <ns0:sldId id="291" ns1:id="rId38"/>
    <ns0:sldId id="292" ns1:id="rId39"/>
    <ns0:sldId id="293" ns1:id="rId40"/>
    <ns0:sldId id="294" ns1:id="rId41"/>
    <ns0:sldId id="295" ns1:id="rId42"/>
    <ns0:sldId id="296" ns1:id="rId43"/>
    <ns0:sldId id="297" ns1:id="rId44"/>
    <ns0:sldId id="298" ns1:id="rId45"/>
    <ns0:sldId id="299" ns1:id="rId46"/>
    <ns0:sldId id="300" ns1:id="rId47"/>
    <ns0:sldId id="301" ns1:id="rId48"/>
    <ns0:sldId id="302" ns1:id="rId49"/>
    <ns0:sldId id="303" ns1:id="rId50"/>
    <ns0:sldId id="304" ns1:id="rId51"/>
    <ns0:sldId id="305" ns1:id="rId52"/>
    <ns0:sldId id="306" ns1:id="rId53"/>
    <ns0:sldId id="307" ns1:id="rId54"/>
    <ns0:sldId id="308" ns1:id="rId55"/>
    <ns0:sldId id="309" ns1:id="rId56"/>
    <ns0:sldId id="310" ns1:id="rId57"/>
    <ns0:sldId id="311" ns1:id="rId58"/>
    <ns0:sldId id="312" ns1:id="rId59"/>
    <ns0:sldId id="313" ns1:id="rId60"/>
    <ns0:sldId id="314" ns1:id="rId61"/>
    <ns0:sldId id="315" ns1:id="rId62"/>
    <ns0:sldId id="316" ns1:id="rId63"/>
    <ns0:sldId id="317" ns1:id="rId64"/>
    <ns0:sldId id="318" ns1:id="rId65"/>
  </ns0:sldIdLst>
  <ns0:sldSz cx="12192000" cy="6858000"/>
  <ns0:notesSz cx="6858000" cy="9144000"/>
  <ns0:embeddedFontLst>
    <ns0:embeddedFont>
      <ns0:font typeface="Inter" panose="020B0604020202020204" charset="0"/>
      <ns0:regular ns1:id="rId67"/>
      <ns0:bold ns1:id="rId68"/>
      <ns0:italic ns1:id="rId69"/>
      <ns0:boldItalic ns1:id="rId70"/>
    </ns0:embeddedFont>
    <ns0:embeddedFont>
      <ns0:font typeface="Inter SemiBold" panose="020B0604020202020204" charset="0"/>
      <ns0:regular ns1:id="rId71"/>
      <ns0:bold ns1:id="rId72"/>
      <ns0:italic ns1:id="rId73"/>
      <ns0:boldItalic ns1:id="rId74"/>
    </ns0:embeddedFont>
    <ns0:embeddedFont>
      <ns0:font typeface="Lato" panose="020F0502020204030203" pitchFamily="34" charset="0"/>
      <ns0:regular ns1:id="rId75"/>
      <ns0:bold ns1:id="rId76"/>
      <ns0:italic ns1:id="rId77"/>
      <ns0:boldItalic ns1:id="rId78"/>
    </ns0:embeddedFont>
  </ns0:embeddedFontLst>
  <ns0:defaultTextStyle>
    <ns2:defPPr marR="0" lvl="0" algn="l" rtl="0">
      <ns2:lnSpc>
        <ns2:spcPct val="100000"/>
      </ns2:lnSpc>
      <ns2:spcBef>
        <ns2:spcPts val="0"/>
      </ns2:spcBef>
      <ns2:spcAft>
        <ns2:spcPts val="0"/>
      </ns2:spcAft>
    </ns2:defPPr>
    <ns2:lvl1pPr marR="0" lvl="0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1pPr>
    <ns2:lvl2pPr marR="0" lvl="1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2pPr>
    <ns2:lvl3pPr marR="0" lvl="2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3pPr>
    <ns2:lvl4pPr marR="0" lvl="3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4pPr>
    <ns2:lvl5pPr marR="0" lvl="4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5pPr>
    <ns2:lvl6pPr marR="0" lvl="5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6pPr>
    <ns2:lvl7pPr marR="0" lvl="6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7pPr>
    <ns2:lvl8pPr marR="0" lvl="7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8pPr>
    <ns2:lvl9pPr marR="0" lvl="8" algn="l" rtl="0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sz="1400" b="0" i="0" u="none" strike="noStrike" cap="none">
        <ns2:solidFill>
          <ns2:srgbClr val="000000"/>
        </ns2:solidFill>
        <ns2:latin typeface="Arial"/>
        <ns2:ea typeface="Arial"/>
        <ns2:cs typeface="Arial"/>
        <ns2:sym typeface="Arial"/>
      </ns2:defRPr>
    </ns2:lvl9pPr>
  </ns0:defaultTextStyle>
  <ns0:extLst>
    <ns0:ext uri="{2D200454-40CA-4A62-9FC3-DE9A4176ACB9}">
      <ns3:notesGuideLst>
        <ns3:guide id="1" orient="horz" pos="2880">
          <ns3:clr>
            <ns2:srgbClr val="A4A3A4"/>
          </ns3:clr>
        </ns3:guide>
        <ns3:guide id="2" pos="2160">
          <ns3:clr>
            <ns2:srgbClr val="A4A3A4"/>
          </ns3:clr>
        </ns3:guide>
      </ns3:notesGuideLst>
    </ns0:ext>
    <ns0:ext uri="GoogleSlidesCustomDataVersion2">
      <ns4:slidesCustomData ns1:id="rId79" roundtripDataSignature="AMtx7mjHLA5xF1xEMlsDcVY9LFiqmL+sxw=="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B22EE9-5974-480C-BC98-DFEB55A7A6E2}" v="11" dt="2025-01-29T21:14:15.012"/>
  </p1510:revLst>
</p1510:revInfo>
</file>

<file path=ppt/tableStyles.xml><?xml version="1.0" encoding="utf-8"?>
<a:tblStyleLst xmlns:a="http://schemas.openxmlformats.org/drawingml/2006/main" def="{C784F4EC-CC08-4F2C-AF4B-861F6366EBD4}">
  <a:tblStyle styleId="{C784F4EC-CC08-4F2C-AF4B-861F6366EB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1EED9F6-C3E8-469C-8744-E4882CC8F638}" styleName="Table_1">
    <a:wholeTbl>
      <a:tcTxStyle b="off" i="off">
        <a:font>
          <a:latin typeface="Inter Display"/>
          <a:ea typeface="Inter Display"/>
          <a:cs typeface="Inter Display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4EC"/>
          </a:solidFill>
        </a:fill>
      </a:tcStyle>
    </a:wholeTbl>
    <a:band1H>
      <a:tcTxStyle/>
      <a:tcStyle>
        <a:tcBdr/>
        <a:fill>
          <a:solidFill>
            <a:srgbClr val="CBE9D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BE9D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Inter Display"/>
          <a:ea typeface="Inter Display"/>
          <a:cs typeface="Inter Display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font" Target="fonts/font2.fntdata"/><Relationship Id="rId84" Type="http://schemas.microsoft.com/office/2016/11/relationships/changesInfo" Target="changesInfos/changesInfo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8.fntdata"/><Relationship Id="rId79" Type="http://customschemas.google.com/relationships/presentationmetadata" Target="metadata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font" Target="fonts/font3.fntdata"/><Relationship Id="rId77" Type="http://schemas.openxmlformats.org/officeDocument/2006/relationships/font" Target="fonts/font11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6.fntdata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font" Target="fonts/font1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font" Target="fonts/font4.fntdata"/><Relationship Id="rId75" Type="http://schemas.openxmlformats.org/officeDocument/2006/relationships/font" Target="fonts/font9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font" Target="fonts/font7.fntdata"/><Relationship Id="rId78" Type="http://schemas.openxmlformats.org/officeDocument/2006/relationships/font" Target="fonts/font12.fntdata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10.fntdata"/><Relationship Id="rId7" Type="http://schemas.openxmlformats.org/officeDocument/2006/relationships/slide" Target="slides/slide5.xml"/><Relationship Id="rId71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8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wn Lauter" userId="EayCrLO+sJ+9mw0rHpbKC/CmP4K2AjfZWeUErDMdhGU=" providerId="None" clId="Web-{9CB22EE9-5974-480C-BC98-DFEB55A7A6E2}"/>
    <pc:docChg chg="modSld">
      <pc:chgData name="Dawn Lauter" userId="EayCrLO+sJ+9mw0rHpbKC/CmP4K2AjfZWeUErDMdhGU=" providerId="None" clId="Web-{9CB22EE9-5974-480C-BC98-DFEB55A7A6E2}" dt="2025-01-29T21:14:11.856" v="8"/>
      <pc:docMkLst>
        <pc:docMk/>
      </pc:docMkLst>
      <pc:sldChg chg="modSp">
        <pc:chgData name="Dawn Lauter" userId="EayCrLO+sJ+9mw0rHpbKC/CmP4K2AjfZWeUErDMdhGU=" providerId="None" clId="Web-{9CB22EE9-5974-480C-BC98-DFEB55A7A6E2}" dt="2025-01-29T21:14:11.856" v="8"/>
        <pc:sldMkLst>
          <pc:docMk/>
          <pc:sldMk cId="0" sldId="314"/>
        </pc:sldMkLst>
        <pc:graphicFrameChg chg="mod modGraphic">
          <ac:chgData name="Dawn Lauter" userId="EayCrLO+sJ+9mw0rHpbKC/CmP4K2AjfZWeUErDMdhGU=" providerId="None" clId="Web-{9CB22EE9-5974-480C-BC98-DFEB55A7A6E2}" dt="2025-01-29T21:14:11.856" v="8"/>
          <ac:graphicFrameMkLst>
            <pc:docMk/>
            <pc:sldMk cId="0" sldId="314"/>
            <ac:graphicFrameMk id="1160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360-E44C-BAB8-7F21970691A9}"/>
              </c:ext>
            </c:extLst>
          </c:dPt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1</c:v>
                </c:pt>
                <c:pt idx="2">
                  <c:v>3.5</c:v>
                </c:pt>
                <c:pt idx="3">
                  <c:v>4.5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60-E44C-BAB8-7F21970691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26C281"/>
            </a:solidFill>
            <a:ln w="41275"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2">
                  <c:v>5</c:v>
                </c:pt>
                <c:pt idx="3">
                  <c:v>2.8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360-E44C-BAB8-7F21970691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ED3757"/>
            </a:solidFill>
            <a:ln w="41275"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360-E44C-BAB8-7F21970691A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1.6</c:v>
                </c:pt>
                <c:pt idx="1">
                  <c:v>3</c:v>
                </c:pt>
                <c:pt idx="2">
                  <c:v>4.2</c:v>
                </c:pt>
                <c:pt idx="3">
                  <c:v>1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360-E44C-BAB8-7F21970691A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rgbClr val="9F3FED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1.2</c:v>
                </c:pt>
                <c:pt idx="1">
                  <c:v>6</c:v>
                </c:pt>
                <c:pt idx="2">
                  <c:v>5.4</c:v>
                </c:pt>
                <c:pt idx="3">
                  <c:v>9.4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360-E44C-BAB8-7F21970691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02279264"/>
        <c:axId val="1802282624"/>
      </c:barChart>
      <c:catAx>
        <c:axId val="1802279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282624"/>
        <c:crosses val="autoZero"/>
        <c:auto val="1"/>
        <c:lblAlgn val="ctr"/>
        <c:lblOffset val="100"/>
        <c:noMultiLvlLbl val="0"/>
      </c:catAx>
      <c:valAx>
        <c:axId val="1802282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8E8E8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27926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76838E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bg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AD-CE40-80B1-464B89939D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rgbClr val="ED3757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5</c:v>
                </c:pt>
                <c:pt idx="3">
                  <c:v>2.8</c:v>
                </c:pt>
                <c:pt idx="4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AD-CE40-80B1-464B89939D6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rgbClr val="26C281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5.3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FAD-CE40-80B1-464B89939D6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3.4</c:v>
                </c:pt>
                <c:pt idx="1">
                  <c:v>3</c:v>
                </c:pt>
                <c:pt idx="2">
                  <c:v>4.2</c:v>
                </c:pt>
                <c:pt idx="3">
                  <c:v>6</c:v>
                </c:pt>
                <c:pt idx="4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FAD-CE40-80B1-464B89939D6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ln w="28575" cap="rnd">
              <a:solidFill>
                <a:srgbClr val="9F3FED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Feb. '21</c:v>
                </c:pt>
                <c:pt idx="1">
                  <c:v>May '21</c:v>
                </c:pt>
                <c:pt idx="2">
                  <c:v>Aug. '21</c:v>
                </c:pt>
                <c:pt idx="3">
                  <c:v>Nov. '21</c:v>
                </c:pt>
                <c:pt idx="4">
                  <c:v>Feb. '22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1.2</c:v>
                </c:pt>
                <c:pt idx="1">
                  <c:v>1</c:v>
                </c:pt>
                <c:pt idx="2">
                  <c:v>5.4</c:v>
                </c:pt>
                <c:pt idx="3">
                  <c:v>9.4</c:v>
                </c:pt>
                <c:pt idx="4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FAD-CE40-80B1-464B89939D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2279264"/>
        <c:axId val="1802282624"/>
      </c:lineChart>
      <c:catAx>
        <c:axId val="1802279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282624"/>
        <c:crosses val="autoZero"/>
        <c:auto val="1"/>
        <c:lblAlgn val="ctr"/>
        <c:lblOffset val="100"/>
        <c:noMultiLvlLbl val="0"/>
      </c:catAx>
      <c:valAx>
        <c:axId val="1802282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8E8E8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76767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227926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rgbClr val="767676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61D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D3-6C4E-9E4B-092D81A7E563}"/>
              </c:ext>
            </c:extLst>
          </c:dPt>
          <c:dPt>
            <c:idx val="1"/>
            <c:bubble3D val="0"/>
            <c:spPr>
              <a:solidFill>
                <a:srgbClr val="26C28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D3-6C4E-9E4B-092D81A7E563}"/>
              </c:ext>
            </c:extLst>
          </c:dPt>
          <c:dPt>
            <c:idx val="2"/>
            <c:bubble3D val="0"/>
            <c:spPr>
              <a:solidFill>
                <a:srgbClr val="ED375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D3-6C4E-9E4B-092D81A7E563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ED3-6C4E-9E4B-092D81A7E563}"/>
              </c:ext>
            </c:extLst>
          </c:dPt>
          <c:dPt>
            <c:idx val="4"/>
            <c:bubble3D val="0"/>
            <c:spPr>
              <a:solidFill>
                <a:srgbClr val="9F3FE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ED3-6C4E-9E4B-092D81A7E563}"/>
              </c:ext>
            </c:extLst>
          </c:dPt>
          <c:dPt>
            <c:idx val="5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ED3-6C4E-9E4B-092D81A7E563}"/>
              </c:ext>
            </c:extLst>
          </c:dPt>
          <c:cat>
            <c:strRef>
              <c:f>Sheet1!$A$2:$A$7</c:f>
              <c:strCache>
                <c:ptCount val="6"/>
                <c:pt idx="0">
                  <c:v>US</c:v>
                </c:pt>
                <c:pt idx="1">
                  <c:v>UK</c:v>
                </c:pt>
                <c:pt idx="2">
                  <c:v>FR</c:v>
                </c:pt>
                <c:pt idx="3">
                  <c:v>DE</c:v>
                </c:pt>
                <c:pt idx="4">
                  <c:v>JN</c:v>
                </c:pt>
                <c:pt idx="5">
                  <c:v>AZ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3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ED3-6C4E-9E4B-092D81A7E5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rgbClr val="767676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61D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BF8-244A-83FE-1643A946A471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BF8-244A-83FE-1643A946A471}"/>
              </c:ext>
            </c:extLst>
          </c:dPt>
          <c:cat>
            <c:strRef>
              <c:f>Sheet1!$A$2:$A$3</c:f>
              <c:strCache>
                <c:ptCount val="2"/>
                <c:pt idx="0">
                  <c:v>US</c:v>
                </c:pt>
                <c:pt idx="1">
                  <c:v>UK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BF8-244A-83FE-1643A946A4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61D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0A2-904E-ABE4-9E1F8EF053E1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0A2-904E-ABE4-9E1F8EF053E1}"/>
              </c:ext>
            </c:extLst>
          </c:dPt>
          <c:cat>
            <c:strRef>
              <c:f>Sheet1!$A$2:$A$3</c:f>
              <c:strCache>
                <c:ptCount val="2"/>
                <c:pt idx="0">
                  <c:v>US</c:v>
                </c:pt>
                <c:pt idx="1">
                  <c:v>UK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</c:v>
                </c:pt>
                <c:pt idx="1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0A2-904E-ABE4-9E1F8EF053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8" name="Google Shape;15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06" name="Google Shape;2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12" name="Google Shape;2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20" name="Google Shape;2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28" name="Google Shape;22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36" name="Google Shape;2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54" name="Google Shape;25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70" name="Google Shape;270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93" name="Google Shape;2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08" name="Google Shape;30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23" name="Google Shape;32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33" name="Google Shape;33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45" name="Google Shape;34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63" name="Google Shape;36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69" name="Google Shape;36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83" name="Google Shape;38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399" name="Google Shape;39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09" name="Google Shape;40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18" name="Google Shape;41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27" name="Google Shape;42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40" name="Google Shape;4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56" name="Google Shape;45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87" name="Google Shape;48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18" name="Google Shape;51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23" name="Google Shape;52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32" name="Google Shape;53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43" name="Google Shape;54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59" name="Google Shape;55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3" name="Google Shape;57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8" name="Google Shape;578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88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Google Shape;58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96" name="Google Shape;59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9" name="Google Shape;609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10" name="Google Shape;610;p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26" name="Google Shape;62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1" name="Google Shape;631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32" name="Google Shape;632;p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41" name="Google Shape;64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46" name="Google Shape;64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59" name="Google Shape;65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5" name="Google Shape;675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1" name="Google Shape;801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9" name="Google Shape;1239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2" name="Google Shape;1322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8" name="Google Shape;1358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5" name="Google Shape;138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5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5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i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1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1"/>
          <p:cNvSpPr/>
          <p:nvPr/>
        </p:nvSpPr>
        <p:spPr>
          <a:xfrm>
            <a:off x="477369" y="0"/>
            <a:ext cx="11237976" cy="6324126"/>
          </a:xfrm>
          <a:prstGeom prst="round2SameRect">
            <a:avLst>
              <a:gd name="adj1" fmla="val 0"/>
              <a:gd name="adj2" fmla="val 3230"/>
            </a:avLst>
          </a:prstGeom>
          <a:solidFill>
            <a:schemeClr val="lt1"/>
          </a:solidFill>
          <a:ln>
            <a:noFill/>
          </a:ln>
          <a:effectLst>
            <a:outerShdw blurRad="762000" dist="381000" dir="5400000" rotWithShape="0">
              <a:srgbClr val="003A83">
                <a:alpha val="1490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2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6_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7"/>
          <p:cNvSpPr/>
          <p:nvPr/>
        </p:nvSpPr>
        <p:spPr>
          <a:xfrm>
            <a:off x="477369" y="476414"/>
            <a:ext cx="11237263" cy="5746751"/>
          </a:xfrm>
          <a:prstGeom prst="roundRect">
            <a:avLst>
              <a:gd name="adj" fmla="val 3315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" name="Google Shape;32;p67"/>
          <p:cNvSpPr/>
          <p:nvPr/>
        </p:nvSpPr>
        <p:spPr>
          <a:xfrm>
            <a:off x="477369" y="476414"/>
            <a:ext cx="11237263" cy="5746751"/>
          </a:xfrm>
          <a:prstGeom prst="roundRect">
            <a:avLst>
              <a:gd name="adj" fmla="val 3315"/>
            </a:avLst>
          </a:prstGeom>
          <a:solidFill>
            <a:srgbClr val="FFC000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" name="Google Shape;33;p67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 b="1" i="0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716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71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0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2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71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4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4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5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5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>
  <p:cSld name="2_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77" y="0"/>
            <a:ext cx="1218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6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6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77" y="0"/>
            <a:ext cx="1218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7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77" y="0"/>
            <a:ext cx="121814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9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9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0"/>
          <p:cNvSpPr txBox="1">
            <a:spLocks noGrp="1"/>
          </p:cNvSpPr>
          <p:nvPr>
            <p:ph type="title"/>
          </p:nvPr>
        </p:nvSpPr>
        <p:spPr>
          <a:xfrm>
            <a:off x="495300" y="2690336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Inter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4" descr="Frame 26080461.png"/>
          <p:cNvPicPr preferRelativeResize="0"/>
          <p:nvPr/>
        </p:nvPicPr>
        <p:blipFill rotWithShape="1">
          <a:blip r:embed="rId7">
            <a:alphaModFix amt="59803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64" descr="Frame 26080461.png"/>
          <p:cNvPicPr preferRelativeResize="0"/>
          <p:nvPr/>
        </p:nvPicPr>
        <p:blipFill rotWithShape="1">
          <a:blip r:embed="rId7">
            <a:alphaModFix amt="59803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6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  <a:defRPr sz="28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64"/>
          <p:cNvSpPr txBox="1">
            <a:spLocks noGrp="1"/>
          </p:cNvSpPr>
          <p:nvPr>
            <p:ph type="body" idx="1"/>
          </p:nvPr>
        </p:nvSpPr>
        <p:spPr>
          <a:xfrm>
            <a:off x="838200" y="1485900"/>
            <a:ext cx="10515600" cy="4283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312">
          <p15:clr>
            <a:srgbClr val="A4A3A4"/>
          </p15:clr>
        </p15:guide>
        <p15:guide id="3" pos="7368">
          <p15:clr>
            <a:srgbClr val="A4A3A4"/>
          </p15:clr>
        </p15:guide>
        <p15:guide id="4" pos="3840">
          <p15:clr>
            <a:srgbClr val="A4A3A4"/>
          </p15:clr>
        </p15:guide>
        <p15:guide id="5" pos="528">
          <p15:clr>
            <a:srgbClr val="A4A3A4"/>
          </p15:clr>
        </p15:guide>
        <p15:guide id="6" pos="2112">
          <p15:clr>
            <a:srgbClr val="A4A3A4"/>
          </p15:clr>
        </p15:guide>
        <p15:guide id="7" pos="5568">
          <p15:clr>
            <a:srgbClr val="A4A3A4"/>
          </p15:clr>
        </p15:guide>
        <p15:guide id="8" pos="7152">
          <p15:clr>
            <a:srgbClr val="A4A3A4"/>
          </p15:clr>
        </p15:guide>
        <p15:guide id="9" orient="horz" pos="288">
          <p15:clr>
            <a:srgbClr val="A4A3A4"/>
          </p15:clr>
        </p15:guide>
        <p15:guide id="10" orient="horz" pos="576">
          <p15:clr>
            <a:srgbClr val="A4A3A4"/>
          </p15:clr>
        </p15:guide>
        <p15:guide id="11" orient="horz" pos="1896">
          <p15:clr>
            <a:srgbClr val="A4A3A4"/>
          </p15:clr>
        </p15:guide>
        <p15:guide id="12" orient="horz" pos="936">
          <p15:clr>
            <a:srgbClr val="A4A3A4"/>
          </p15:clr>
        </p15:guide>
        <p15:guide id="13" orient="horz" pos="3912">
          <p15:clr>
            <a:srgbClr val="A4A3A4"/>
          </p15:clr>
        </p15:guide>
        <p15:guide id="14" orient="horz" pos="4080">
          <p15:clr>
            <a:srgbClr val="A4A3A4"/>
          </p15:clr>
        </p15:guide>
        <p15:guide id="15" orient="horz" pos="2664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6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  <a:defRPr sz="28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66"/>
          <p:cNvSpPr txBox="1">
            <a:spLocks noGrp="1"/>
          </p:cNvSpPr>
          <p:nvPr>
            <p:ph type="body" idx="1"/>
          </p:nvPr>
        </p:nvSpPr>
        <p:spPr>
          <a:xfrm>
            <a:off x="838200" y="1485900"/>
            <a:ext cx="10515600" cy="47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FEFFF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112">
          <p15:clr>
            <a:srgbClr val="A4A3A4"/>
          </p15:clr>
        </p15:guide>
        <p15:guide id="4" orient="horz" pos="288">
          <p15:clr>
            <a:srgbClr val="A4A3A4"/>
          </p15:clr>
        </p15:guide>
        <p15:guide id="5" orient="horz" pos="576">
          <p15:clr>
            <a:srgbClr val="A4A3A4"/>
          </p15:clr>
        </p15:guide>
        <p15:guide id="6" orient="horz" pos="1896">
          <p15:clr>
            <a:srgbClr val="A4A3A4"/>
          </p15:clr>
        </p15:guide>
        <p15:guide id="7" orient="horz" pos="3912">
          <p15:clr>
            <a:srgbClr val="A4A3A4"/>
          </p15:clr>
        </p15:guide>
        <p15:guide id="8" pos="528">
          <p15:clr>
            <a:srgbClr val="A4A3A4"/>
          </p15:clr>
        </p15:guide>
        <p15:guide id="9" pos="312">
          <p15:clr>
            <a:srgbClr val="A4A3A4"/>
          </p15:clr>
        </p15:guide>
        <p15:guide id="10" pos="5640">
          <p15:clr>
            <a:srgbClr val="A4A3A4"/>
          </p15:clr>
        </p15:guide>
        <p15:guide id="11" pos="7152">
          <p15:clr>
            <a:srgbClr val="A4A3A4"/>
          </p15:clr>
        </p15:guide>
        <p15:guide id="12" pos="7368">
          <p15:clr>
            <a:srgbClr val="A4A3A4"/>
          </p15:clr>
        </p15:guide>
        <p15:guide id="13" orient="horz" pos="2688">
          <p15:clr>
            <a:srgbClr val="A4A3A4"/>
          </p15:clr>
        </p15:guide>
        <p15:guide id="14" orient="horz" pos="4080">
          <p15:clr>
            <a:srgbClr val="A4A3A4"/>
          </p15:clr>
        </p15:guide>
        <p15:guide id="15" orient="horz" pos="936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loud.box.com/s/gf6yhfgzca14hdz5hb797fvkooltnoz1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box.com/s/izw3sfyh4o01a6jl13hzjfyqnp1fj65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cloud.box.com/s/gf6yhfgzca14hdz5hb797fvkooltnoz1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26" Type="http://schemas.openxmlformats.org/officeDocument/2006/relationships/image" Target="../media/image91.png"/><Relationship Id="rId3" Type="http://schemas.openxmlformats.org/officeDocument/2006/relationships/image" Target="../media/image68.png"/><Relationship Id="rId21" Type="http://schemas.openxmlformats.org/officeDocument/2006/relationships/image" Target="../media/image86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5" Type="http://schemas.openxmlformats.org/officeDocument/2006/relationships/image" Target="../media/image90.png"/><Relationship Id="rId2" Type="http://schemas.openxmlformats.org/officeDocument/2006/relationships/notesSlide" Target="../notesSlides/notesSlide53.xml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29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24" Type="http://schemas.openxmlformats.org/officeDocument/2006/relationships/image" Target="../media/image89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23" Type="http://schemas.openxmlformats.org/officeDocument/2006/relationships/image" Target="../media/image88.png"/><Relationship Id="rId28" Type="http://schemas.openxmlformats.org/officeDocument/2006/relationships/image" Target="../media/image93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Relationship Id="rId27" Type="http://schemas.openxmlformats.org/officeDocument/2006/relationships/image" Target="../media/image92.png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26" Type="http://schemas.openxmlformats.org/officeDocument/2006/relationships/image" Target="../media/image118.png"/><Relationship Id="rId39" Type="http://schemas.openxmlformats.org/officeDocument/2006/relationships/image" Target="../media/image131.png"/><Relationship Id="rId21" Type="http://schemas.openxmlformats.org/officeDocument/2006/relationships/image" Target="../media/image113.png"/><Relationship Id="rId34" Type="http://schemas.openxmlformats.org/officeDocument/2006/relationships/image" Target="../media/image126.png"/><Relationship Id="rId42" Type="http://schemas.openxmlformats.org/officeDocument/2006/relationships/image" Target="../media/image134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54.xml"/><Relationship Id="rId16" Type="http://schemas.openxmlformats.org/officeDocument/2006/relationships/image" Target="../media/image108.png"/><Relationship Id="rId29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24" Type="http://schemas.openxmlformats.org/officeDocument/2006/relationships/image" Target="../media/image116.png"/><Relationship Id="rId32" Type="http://schemas.openxmlformats.org/officeDocument/2006/relationships/image" Target="../media/image124.png"/><Relationship Id="rId37" Type="http://schemas.openxmlformats.org/officeDocument/2006/relationships/image" Target="../media/image129.png"/><Relationship Id="rId40" Type="http://schemas.openxmlformats.org/officeDocument/2006/relationships/image" Target="../media/image132.png"/><Relationship Id="rId45" Type="http://schemas.openxmlformats.org/officeDocument/2006/relationships/image" Target="../media/image137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23" Type="http://schemas.openxmlformats.org/officeDocument/2006/relationships/image" Target="../media/image115.png"/><Relationship Id="rId28" Type="http://schemas.openxmlformats.org/officeDocument/2006/relationships/image" Target="../media/image120.png"/><Relationship Id="rId36" Type="http://schemas.openxmlformats.org/officeDocument/2006/relationships/image" Target="../media/image128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31" Type="http://schemas.openxmlformats.org/officeDocument/2006/relationships/image" Target="../media/image123.png"/><Relationship Id="rId44" Type="http://schemas.openxmlformats.org/officeDocument/2006/relationships/image" Target="../media/image136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Relationship Id="rId22" Type="http://schemas.openxmlformats.org/officeDocument/2006/relationships/image" Target="../media/image114.png"/><Relationship Id="rId27" Type="http://schemas.openxmlformats.org/officeDocument/2006/relationships/image" Target="../media/image119.png"/><Relationship Id="rId30" Type="http://schemas.openxmlformats.org/officeDocument/2006/relationships/image" Target="../media/image122.png"/><Relationship Id="rId35" Type="http://schemas.openxmlformats.org/officeDocument/2006/relationships/image" Target="../media/image127.png"/><Relationship Id="rId43" Type="http://schemas.openxmlformats.org/officeDocument/2006/relationships/image" Target="../media/image135.png"/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5" Type="http://schemas.openxmlformats.org/officeDocument/2006/relationships/image" Target="../media/image117.png"/><Relationship Id="rId33" Type="http://schemas.openxmlformats.org/officeDocument/2006/relationships/image" Target="../media/image125.png"/><Relationship Id="rId38" Type="http://schemas.openxmlformats.org/officeDocument/2006/relationships/image" Target="../media/image130.png"/><Relationship Id="rId20" Type="http://schemas.openxmlformats.org/officeDocument/2006/relationships/image" Target="../media/image112.png"/><Relationship Id="rId41" Type="http://schemas.openxmlformats.org/officeDocument/2006/relationships/image" Target="../media/image133.png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8.png"/><Relationship Id="rId18" Type="http://schemas.openxmlformats.org/officeDocument/2006/relationships/image" Target="../media/image153.png"/><Relationship Id="rId26" Type="http://schemas.openxmlformats.org/officeDocument/2006/relationships/image" Target="../media/image161.png"/><Relationship Id="rId39" Type="http://schemas.openxmlformats.org/officeDocument/2006/relationships/image" Target="../media/image174.png"/><Relationship Id="rId21" Type="http://schemas.openxmlformats.org/officeDocument/2006/relationships/image" Target="../media/image156.png"/><Relationship Id="rId34" Type="http://schemas.openxmlformats.org/officeDocument/2006/relationships/image" Target="../media/image169.png"/><Relationship Id="rId42" Type="http://schemas.openxmlformats.org/officeDocument/2006/relationships/image" Target="../media/image177.png"/><Relationship Id="rId47" Type="http://schemas.openxmlformats.org/officeDocument/2006/relationships/image" Target="../media/image182.png"/><Relationship Id="rId50" Type="http://schemas.openxmlformats.org/officeDocument/2006/relationships/image" Target="../media/image185.png"/><Relationship Id="rId55" Type="http://schemas.openxmlformats.org/officeDocument/2006/relationships/image" Target="../media/image190.png"/><Relationship Id="rId7" Type="http://schemas.openxmlformats.org/officeDocument/2006/relationships/image" Target="../media/image142.png"/><Relationship Id="rId2" Type="http://schemas.openxmlformats.org/officeDocument/2006/relationships/notesSlide" Target="../notesSlides/notesSlide55.xml"/><Relationship Id="rId16" Type="http://schemas.openxmlformats.org/officeDocument/2006/relationships/image" Target="../media/image151.png"/><Relationship Id="rId29" Type="http://schemas.openxmlformats.org/officeDocument/2006/relationships/image" Target="../media/image164.png"/><Relationship Id="rId11" Type="http://schemas.openxmlformats.org/officeDocument/2006/relationships/image" Target="../media/image146.png"/><Relationship Id="rId24" Type="http://schemas.openxmlformats.org/officeDocument/2006/relationships/image" Target="../media/image159.png"/><Relationship Id="rId32" Type="http://schemas.openxmlformats.org/officeDocument/2006/relationships/image" Target="../media/image167.png"/><Relationship Id="rId37" Type="http://schemas.openxmlformats.org/officeDocument/2006/relationships/image" Target="../media/image172.png"/><Relationship Id="rId40" Type="http://schemas.openxmlformats.org/officeDocument/2006/relationships/image" Target="../media/image175.png"/><Relationship Id="rId45" Type="http://schemas.openxmlformats.org/officeDocument/2006/relationships/image" Target="../media/image180.png"/><Relationship Id="rId53" Type="http://schemas.openxmlformats.org/officeDocument/2006/relationships/image" Target="../media/image188.png"/><Relationship Id="rId58" Type="http://schemas.openxmlformats.org/officeDocument/2006/relationships/image" Target="../media/image193.png"/><Relationship Id="rId5" Type="http://schemas.openxmlformats.org/officeDocument/2006/relationships/image" Target="../media/image140.png"/><Relationship Id="rId61" Type="http://schemas.openxmlformats.org/officeDocument/2006/relationships/image" Target="../media/image196.png"/><Relationship Id="rId19" Type="http://schemas.openxmlformats.org/officeDocument/2006/relationships/image" Target="../media/image154.png"/><Relationship Id="rId14" Type="http://schemas.openxmlformats.org/officeDocument/2006/relationships/image" Target="../media/image149.png"/><Relationship Id="rId22" Type="http://schemas.openxmlformats.org/officeDocument/2006/relationships/image" Target="../media/image157.png"/><Relationship Id="rId27" Type="http://schemas.openxmlformats.org/officeDocument/2006/relationships/image" Target="../media/image162.png"/><Relationship Id="rId30" Type="http://schemas.openxmlformats.org/officeDocument/2006/relationships/image" Target="../media/image165.png"/><Relationship Id="rId35" Type="http://schemas.openxmlformats.org/officeDocument/2006/relationships/image" Target="../media/image170.png"/><Relationship Id="rId43" Type="http://schemas.openxmlformats.org/officeDocument/2006/relationships/image" Target="../media/image178.png"/><Relationship Id="rId48" Type="http://schemas.openxmlformats.org/officeDocument/2006/relationships/image" Target="../media/image183.png"/><Relationship Id="rId56" Type="http://schemas.openxmlformats.org/officeDocument/2006/relationships/image" Target="../media/image191.png"/><Relationship Id="rId8" Type="http://schemas.openxmlformats.org/officeDocument/2006/relationships/image" Target="../media/image143.png"/><Relationship Id="rId51" Type="http://schemas.openxmlformats.org/officeDocument/2006/relationships/image" Target="../media/image186.png"/><Relationship Id="rId3" Type="http://schemas.openxmlformats.org/officeDocument/2006/relationships/image" Target="../media/image138.png"/><Relationship Id="rId12" Type="http://schemas.openxmlformats.org/officeDocument/2006/relationships/image" Target="../media/image147.png"/><Relationship Id="rId17" Type="http://schemas.openxmlformats.org/officeDocument/2006/relationships/image" Target="../media/image152.png"/><Relationship Id="rId25" Type="http://schemas.openxmlformats.org/officeDocument/2006/relationships/image" Target="../media/image160.png"/><Relationship Id="rId33" Type="http://schemas.openxmlformats.org/officeDocument/2006/relationships/image" Target="../media/image168.png"/><Relationship Id="rId38" Type="http://schemas.openxmlformats.org/officeDocument/2006/relationships/image" Target="../media/image173.png"/><Relationship Id="rId46" Type="http://schemas.openxmlformats.org/officeDocument/2006/relationships/image" Target="../media/image181.png"/><Relationship Id="rId59" Type="http://schemas.openxmlformats.org/officeDocument/2006/relationships/image" Target="../media/image194.png"/><Relationship Id="rId20" Type="http://schemas.openxmlformats.org/officeDocument/2006/relationships/image" Target="../media/image155.png"/><Relationship Id="rId41" Type="http://schemas.openxmlformats.org/officeDocument/2006/relationships/image" Target="../media/image176.png"/><Relationship Id="rId54" Type="http://schemas.openxmlformats.org/officeDocument/2006/relationships/image" Target="../media/image189.png"/><Relationship Id="rId62" Type="http://schemas.openxmlformats.org/officeDocument/2006/relationships/image" Target="../media/image19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1.png"/><Relationship Id="rId15" Type="http://schemas.openxmlformats.org/officeDocument/2006/relationships/image" Target="../media/image150.png"/><Relationship Id="rId23" Type="http://schemas.openxmlformats.org/officeDocument/2006/relationships/image" Target="../media/image158.png"/><Relationship Id="rId28" Type="http://schemas.openxmlformats.org/officeDocument/2006/relationships/image" Target="../media/image163.png"/><Relationship Id="rId36" Type="http://schemas.openxmlformats.org/officeDocument/2006/relationships/image" Target="../media/image171.png"/><Relationship Id="rId49" Type="http://schemas.openxmlformats.org/officeDocument/2006/relationships/image" Target="../media/image184.png"/><Relationship Id="rId57" Type="http://schemas.openxmlformats.org/officeDocument/2006/relationships/image" Target="../media/image192.png"/><Relationship Id="rId10" Type="http://schemas.openxmlformats.org/officeDocument/2006/relationships/image" Target="../media/image145.png"/><Relationship Id="rId31" Type="http://schemas.openxmlformats.org/officeDocument/2006/relationships/image" Target="../media/image166.png"/><Relationship Id="rId44" Type="http://schemas.openxmlformats.org/officeDocument/2006/relationships/image" Target="../media/image179.png"/><Relationship Id="rId52" Type="http://schemas.openxmlformats.org/officeDocument/2006/relationships/image" Target="../media/image187.png"/><Relationship Id="rId60" Type="http://schemas.openxmlformats.org/officeDocument/2006/relationships/image" Target="../media/image195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/Relationships>
</file>

<file path=ppt/slides/_rels/slide5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21.png"/><Relationship Id="rId21" Type="http://schemas.openxmlformats.org/officeDocument/2006/relationships/image" Target="../media/image216.png"/><Relationship Id="rId42" Type="http://schemas.openxmlformats.org/officeDocument/2006/relationships/image" Target="../media/image237.png"/><Relationship Id="rId47" Type="http://schemas.openxmlformats.org/officeDocument/2006/relationships/image" Target="../media/image242.png"/><Relationship Id="rId63" Type="http://schemas.openxmlformats.org/officeDocument/2006/relationships/image" Target="../media/image258.png"/><Relationship Id="rId68" Type="http://schemas.openxmlformats.org/officeDocument/2006/relationships/image" Target="../media/image263.png"/><Relationship Id="rId2" Type="http://schemas.openxmlformats.org/officeDocument/2006/relationships/notesSlide" Target="../notesSlides/notesSlide56.xml"/><Relationship Id="rId16" Type="http://schemas.openxmlformats.org/officeDocument/2006/relationships/image" Target="../media/image211.png"/><Relationship Id="rId29" Type="http://schemas.openxmlformats.org/officeDocument/2006/relationships/image" Target="../media/image224.png"/><Relationship Id="rId11" Type="http://schemas.openxmlformats.org/officeDocument/2006/relationships/image" Target="../media/image206.png"/><Relationship Id="rId24" Type="http://schemas.openxmlformats.org/officeDocument/2006/relationships/image" Target="../media/image219.png"/><Relationship Id="rId32" Type="http://schemas.openxmlformats.org/officeDocument/2006/relationships/image" Target="../media/image227.png"/><Relationship Id="rId37" Type="http://schemas.openxmlformats.org/officeDocument/2006/relationships/image" Target="../media/image232.png"/><Relationship Id="rId40" Type="http://schemas.openxmlformats.org/officeDocument/2006/relationships/image" Target="../media/image235.png"/><Relationship Id="rId45" Type="http://schemas.openxmlformats.org/officeDocument/2006/relationships/image" Target="../media/image240.png"/><Relationship Id="rId53" Type="http://schemas.openxmlformats.org/officeDocument/2006/relationships/image" Target="../media/image248.png"/><Relationship Id="rId58" Type="http://schemas.openxmlformats.org/officeDocument/2006/relationships/image" Target="../media/image253.png"/><Relationship Id="rId66" Type="http://schemas.openxmlformats.org/officeDocument/2006/relationships/image" Target="../media/image261.png"/><Relationship Id="rId74" Type="http://schemas.openxmlformats.org/officeDocument/2006/relationships/image" Target="../media/image269.png"/><Relationship Id="rId5" Type="http://schemas.openxmlformats.org/officeDocument/2006/relationships/image" Target="../media/image200.png"/><Relationship Id="rId61" Type="http://schemas.openxmlformats.org/officeDocument/2006/relationships/image" Target="../media/image256.png"/><Relationship Id="rId19" Type="http://schemas.openxmlformats.org/officeDocument/2006/relationships/image" Target="../media/image214.png"/><Relationship Id="rId14" Type="http://schemas.openxmlformats.org/officeDocument/2006/relationships/image" Target="../media/image209.png"/><Relationship Id="rId22" Type="http://schemas.openxmlformats.org/officeDocument/2006/relationships/image" Target="../media/image217.png"/><Relationship Id="rId27" Type="http://schemas.openxmlformats.org/officeDocument/2006/relationships/image" Target="../media/image222.png"/><Relationship Id="rId30" Type="http://schemas.openxmlformats.org/officeDocument/2006/relationships/image" Target="../media/image225.png"/><Relationship Id="rId35" Type="http://schemas.openxmlformats.org/officeDocument/2006/relationships/image" Target="../media/image230.png"/><Relationship Id="rId43" Type="http://schemas.openxmlformats.org/officeDocument/2006/relationships/image" Target="../media/image238.png"/><Relationship Id="rId48" Type="http://schemas.openxmlformats.org/officeDocument/2006/relationships/image" Target="../media/image243.png"/><Relationship Id="rId56" Type="http://schemas.openxmlformats.org/officeDocument/2006/relationships/image" Target="../media/image251.png"/><Relationship Id="rId64" Type="http://schemas.openxmlformats.org/officeDocument/2006/relationships/image" Target="../media/image259.png"/><Relationship Id="rId69" Type="http://schemas.openxmlformats.org/officeDocument/2006/relationships/image" Target="../media/image264.png"/><Relationship Id="rId8" Type="http://schemas.openxmlformats.org/officeDocument/2006/relationships/image" Target="../media/image203.png"/><Relationship Id="rId51" Type="http://schemas.openxmlformats.org/officeDocument/2006/relationships/image" Target="../media/image246.png"/><Relationship Id="rId72" Type="http://schemas.openxmlformats.org/officeDocument/2006/relationships/image" Target="../media/image267.png"/><Relationship Id="rId3" Type="http://schemas.openxmlformats.org/officeDocument/2006/relationships/image" Target="../media/image198.png"/><Relationship Id="rId12" Type="http://schemas.openxmlformats.org/officeDocument/2006/relationships/image" Target="../media/image207.png"/><Relationship Id="rId17" Type="http://schemas.openxmlformats.org/officeDocument/2006/relationships/image" Target="../media/image212.png"/><Relationship Id="rId25" Type="http://schemas.openxmlformats.org/officeDocument/2006/relationships/image" Target="../media/image220.png"/><Relationship Id="rId33" Type="http://schemas.openxmlformats.org/officeDocument/2006/relationships/image" Target="../media/image228.png"/><Relationship Id="rId38" Type="http://schemas.openxmlformats.org/officeDocument/2006/relationships/image" Target="../media/image233.png"/><Relationship Id="rId46" Type="http://schemas.openxmlformats.org/officeDocument/2006/relationships/image" Target="../media/image241.png"/><Relationship Id="rId59" Type="http://schemas.openxmlformats.org/officeDocument/2006/relationships/image" Target="../media/image254.png"/><Relationship Id="rId67" Type="http://schemas.openxmlformats.org/officeDocument/2006/relationships/image" Target="../media/image262.png"/><Relationship Id="rId20" Type="http://schemas.openxmlformats.org/officeDocument/2006/relationships/image" Target="../media/image215.png"/><Relationship Id="rId41" Type="http://schemas.openxmlformats.org/officeDocument/2006/relationships/image" Target="../media/image236.png"/><Relationship Id="rId54" Type="http://schemas.openxmlformats.org/officeDocument/2006/relationships/image" Target="../media/image249.png"/><Relationship Id="rId62" Type="http://schemas.openxmlformats.org/officeDocument/2006/relationships/image" Target="../media/image257.png"/><Relationship Id="rId70" Type="http://schemas.openxmlformats.org/officeDocument/2006/relationships/image" Target="../media/image265.png"/><Relationship Id="rId75" Type="http://schemas.openxmlformats.org/officeDocument/2006/relationships/image" Target="../media/image2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1.png"/><Relationship Id="rId15" Type="http://schemas.openxmlformats.org/officeDocument/2006/relationships/image" Target="../media/image210.png"/><Relationship Id="rId23" Type="http://schemas.openxmlformats.org/officeDocument/2006/relationships/image" Target="../media/image218.png"/><Relationship Id="rId28" Type="http://schemas.openxmlformats.org/officeDocument/2006/relationships/image" Target="../media/image223.png"/><Relationship Id="rId36" Type="http://schemas.openxmlformats.org/officeDocument/2006/relationships/image" Target="../media/image231.png"/><Relationship Id="rId49" Type="http://schemas.openxmlformats.org/officeDocument/2006/relationships/image" Target="../media/image244.png"/><Relationship Id="rId57" Type="http://schemas.openxmlformats.org/officeDocument/2006/relationships/image" Target="../media/image252.png"/><Relationship Id="rId10" Type="http://schemas.openxmlformats.org/officeDocument/2006/relationships/image" Target="../media/image205.png"/><Relationship Id="rId31" Type="http://schemas.openxmlformats.org/officeDocument/2006/relationships/image" Target="../media/image226.png"/><Relationship Id="rId44" Type="http://schemas.openxmlformats.org/officeDocument/2006/relationships/image" Target="../media/image239.png"/><Relationship Id="rId52" Type="http://schemas.openxmlformats.org/officeDocument/2006/relationships/image" Target="../media/image247.png"/><Relationship Id="rId60" Type="http://schemas.openxmlformats.org/officeDocument/2006/relationships/image" Target="../media/image255.png"/><Relationship Id="rId65" Type="http://schemas.openxmlformats.org/officeDocument/2006/relationships/image" Target="../media/image260.png"/><Relationship Id="rId73" Type="http://schemas.openxmlformats.org/officeDocument/2006/relationships/image" Target="../media/image268.png"/><Relationship Id="rId4" Type="http://schemas.openxmlformats.org/officeDocument/2006/relationships/image" Target="../media/image199.png"/><Relationship Id="rId9" Type="http://schemas.openxmlformats.org/officeDocument/2006/relationships/image" Target="../media/image204.png"/><Relationship Id="rId13" Type="http://schemas.openxmlformats.org/officeDocument/2006/relationships/image" Target="../media/image208.png"/><Relationship Id="rId18" Type="http://schemas.openxmlformats.org/officeDocument/2006/relationships/image" Target="../media/image213.png"/><Relationship Id="rId39" Type="http://schemas.openxmlformats.org/officeDocument/2006/relationships/image" Target="../media/image234.png"/><Relationship Id="rId34" Type="http://schemas.openxmlformats.org/officeDocument/2006/relationships/image" Target="../media/image229.png"/><Relationship Id="rId50" Type="http://schemas.openxmlformats.org/officeDocument/2006/relationships/image" Target="../media/image245.png"/><Relationship Id="rId55" Type="http://schemas.openxmlformats.org/officeDocument/2006/relationships/image" Target="../media/image250.png"/><Relationship Id="rId76" Type="http://schemas.openxmlformats.org/officeDocument/2006/relationships/image" Target="../media/image271.png"/><Relationship Id="rId7" Type="http://schemas.openxmlformats.org/officeDocument/2006/relationships/image" Target="../media/image202.png"/><Relationship Id="rId71" Type="http://schemas.openxmlformats.org/officeDocument/2006/relationships/image" Target="../media/image266.png"/></Relationships>
</file>

<file path=ppt/slides/_rels/slide5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5.png"/><Relationship Id="rId21" Type="http://schemas.openxmlformats.org/officeDocument/2006/relationships/image" Target="../media/image290.png"/><Relationship Id="rId42" Type="http://schemas.openxmlformats.org/officeDocument/2006/relationships/image" Target="../media/image311.png"/><Relationship Id="rId47" Type="http://schemas.openxmlformats.org/officeDocument/2006/relationships/image" Target="../media/image316.png"/><Relationship Id="rId63" Type="http://schemas.openxmlformats.org/officeDocument/2006/relationships/image" Target="../media/image332.png"/><Relationship Id="rId68" Type="http://schemas.openxmlformats.org/officeDocument/2006/relationships/image" Target="../media/image337.png"/><Relationship Id="rId16" Type="http://schemas.openxmlformats.org/officeDocument/2006/relationships/image" Target="../media/image285.png"/><Relationship Id="rId11" Type="http://schemas.openxmlformats.org/officeDocument/2006/relationships/image" Target="../media/image280.png"/><Relationship Id="rId24" Type="http://schemas.openxmlformats.org/officeDocument/2006/relationships/image" Target="../media/image293.png"/><Relationship Id="rId32" Type="http://schemas.openxmlformats.org/officeDocument/2006/relationships/image" Target="../media/image301.png"/><Relationship Id="rId37" Type="http://schemas.openxmlformats.org/officeDocument/2006/relationships/image" Target="../media/image306.png"/><Relationship Id="rId40" Type="http://schemas.openxmlformats.org/officeDocument/2006/relationships/image" Target="../media/image309.png"/><Relationship Id="rId45" Type="http://schemas.openxmlformats.org/officeDocument/2006/relationships/image" Target="../media/image314.png"/><Relationship Id="rId53" Type="http://schemas.openxmlformats.org/officeDocument/2006/relationships/image" Target="../media/image322.png"/><Relationship Id="rId58" Type="http://schemas.openxmlformats.org/officeDocument/2006/relationships/image" Target="../media/image327.png"/><Relationship Id="rId66" Type="http://schemas.openxmlformats.org/officeDocument/2006/relationships/image" Target="../media/image335.png"/><Relationship Id="rId74" Type="http://schemas.openxmlformats.org/officeDocument/2006/relationships/image" Target="../media/image343.png"/><Relationship Id="rId5" Type="http://schemas.openxmlformats.org/officeDocument/2006/relationships/image" Target="../media/image274.png"/><Relationship Id="rId61" Type="http://schemas.openxmlformats.org/officeDocument/2006/relationships/image" Target="../media/image330.png"/><Relationship Id="rId19" Type="http://schemas.openxmlformats.org/officeDocument/2006/relationships/image" Target="../media/image288.png"/><Relationship Id="rId14" Type="http://schemas.openxmlformats.org/officeDocument/2006/relationships/image" Target="../media/image283.png"/><Relationship Id="rId22" Type="http://schemas.openxmlformats.org/officeDocument/2006/relationships/image" Target="../media/image291.png"/><Relationship Id="rId27" Type="http://schemas.openxmlformats.org/officeDocument/2006/relationships/image" Target="../media/image296.png"/><Relationship Id="rId30" Type="http://schemas.openxmlformats.org/officeDocument/2006/relationships/image" Target="../media/image299.png"/><Relationship Id="rId35" Type="http://schemas.openxmlformats.org/officeDocument/2006/relationships/image" Target="../media/image304.png"/><Relationship Id="rId43" Type="http://schemas.openxmlformats.org/officeDocument/2006/relationships/image" Target="../media/image312.png"/><Relationship Id="rId48" Type="http://schemas.openxmlformats.org/officeDocument/2006/relationships/image" Target="../media/image317.png"/><Relationship Id="rId56" Type="http://schemas.openxmlformats.org/officeDocument/2006/relationships/image" Target="../media/image325.png"/><Relationship Id="rId64" Type="http://schemas.openxmlformats.org/officeDocument/2006/relationships/image" Target="../media/image333.png"/><Relationship Id="rId69" Type="http://schemas.openxmlformats.org/officeDocument/2006/relationships/image" Target="../media/image338.png"/><Relationship Id="rId77" Type="http://schemas.openxmlformats.org/officeDocument/2006/relationships/image" Target="../media/image346.png"/><Relationship Id="rId8" Type="http://schemas.openxmlformats.org/officeDocument/2006/relationships/image" Target="../media/image277.png"/><Relationship Id="rId51" Type="http://schemas.openxmlformats.org/officeDocument/2006/relationships/image" Target="../media/image320.png"/><Relationship Id="rId72" Type="http://schemas.openxmlformats.org/officeDocument/2006/relationships/image" Target="../media/image341.png"/><Relationship Id="rId3" Type="http://schemas.openxmlformats.org/officeDocument/2006/relationships/image" Target="../media/image272.png"/><Relationship Id="rId12" Type="http://schemas.openxmlformats.org/officeDocument/2006/relationships/image" Target="../media/image281.png"/><Relationship Id="rId17" Type="http://schemas.openxmlformats.org/officeDocument/2006/relationships/image" Target="../media/image286.png"/><Relationship Id="rId25" Type="http://schemas.openxmlformats.org/officeDocument/2006/relationships/image" Target="../media/image294.png"/><Relationship Id="rId33" Type="http://schemas.openxmlformats.org/officeDocument/2006/relationships/image" Target="../media/image302.png"/><Relationship Id="rId38" Type="http://schemas.openxmlformats.org/officeDocument/2006/relationships/image" Target="../media/image307.png"/><Relationship Id="rId46" Type="http://schemas.openxmlformats.org/officeDocument/2006/relationships/image" Target="../media/image315.png"/><Relationship Id="rId59" Type="http://schemas.openxmlformats.org/officeDocument/2006/relationships/image" Target="../media/image328.png"/><Relationship Id="rId67" Type="http://schemas.openxmlformats.org/officeDocument/2006/relationships/image" Target="../media/image336.png"/><Relationship Id="rId20" Type="http://schemas.openxmlformats.org/officeDocument/2006/relationships/image" Target="../media/image289.png"/><Relationship Id="rId41" Type="http://schemas.openxmlformats.org/officeDocument/2006/relationships/image" Target="../media/image310.png"/><Relationship Id="rId54" Type="http://schemas.openxmlformats.org/officeDocument/2006/relationships/image" Target="../media/image323.png"/><Relationship Id="rId62" Type="http://schemas.openxmlformats.org/officeDocument/2006/relationships/image" Target="../media/image331.png"/><Relationship Id="rId70" Type="http://schemas.openxmlformats.org/officeDocument/2006/relationships/image" Target="../media/image339.png"/><Relationship Id="rId75" Type="http://schemas.openxmlformats.org/officeDocument/2006/relationships/image" Target="../media/image3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5.png"/><Relationship Id="rId15" Type="http://schemas.openxmlformats.org/officeDocument/2006/relationships/image" Target="../media/image284.png"/><Relationship Id="rId23" Type="http://schemas.openxmlformats.org/officeDocument/2006/relationships/image" Target="../media/image292.png"/><Relationship Id="rId28" Type="http://schemas.openxmlformats.org/officeDocument/2006/relationships/image" Target="../media/image297.png"/><Relationship Id="rId36" Type="http://schemas.openxmlformats.org/officeDocument/2006/relationships/image" Target="../media/image305.png"/><Relationship Id="rId49" Type="http://schemas.openxmlformats.org/officeDocument/2006/relationships/image" Target="../media/image318.png"/><Relationship Id="rId57" Type="http://schemas.openxmlformats.org/officeDocument/2006/relationships/image" Target="../media/image326.png"/><Relationship Id="rId10" Type="http://schemas.openxmlformats.org/officeDocument/2006/relationships/image" Target="../media/image279.png"/><Relationship Id="rId31" Type="http://schemas.openxmlformats.org/officeDocument/2006/relationships/image" Target="../media/image300.png"/><Relationship Id="rId44" Type="http://schemas.openxmlformats.org/officeDocument/2006/relationships/image" Target="../media/image313.png"/><Relationship Id="rId52" Type="http://schemas.openxmlformats.org/officeDocument/2006/relationships/image" Target="../media/image321.png"/><Relationship Id="rId60" Type="http://schemas.openxmlformats.org/officeDocument/2006/relationships/image" Target="../media/image329.png"/><Relationship Id="rId65" Type="http://schemas.openxmlformats.org/officeDocument/2006/relationships/image" Target="../media/image334.png"/><Relationship Id="rId73" Type="http://schemas.openxmlformats.org/officeDocument/2006/relationships/image" Target="../media/image342.png"/><Relationship Id="rId78" Type="http://schemas.openxmlformats.org/officeDocument/2006/relationships/image" Target="../media/image347.png"/><Relationship Id="rId4" Type="http://schemas.openxmlformats.org/officeDocument/2006/relationships/image" Target="../media/image273.png"/><Relationship Id="rId9" Type="http://schemas.openxmlformats.org/officeDocument/2006/relationships/image" Target="../media/image278.png"/><Relationship Id="rId13" Type="http://schemas.openxmlformats.org/officeDocument/2006/relationships/image" Target="../media/image282.png"/><Relationship Id="rId18" Type="http://schemas.openxmlformats.org/officeDocument/2006/relationships/image" Target="../media/image287.png"/><Relationship Id="rId39" Type="http://schemas.openxmlformats.org/officeDocument/2006/relationships/image" Target="../media/image308.png"/><Relationship Id="rId34" Type="http://schemas.openxmlformats.org/officeDocument/2006/relationships/image" Target="../media/image303.png"/><Relationship Id="rId50" Type="http://schemas.openxmlformats.org/officeDocument/2006/relationships/image" Target="../media/image319.png"/><Relationship Id="rId55" Type="http://schemas.openxmlformats.org/officeDocument/2006/relationships/image" Target="../media/image324.png"/><Relationship Id="rId76" Type="http://schemas.openxmlformats.org/officeDocument/2006/relationships/image" Target="../media/image345.png"/><Relationship Id="rId7" Type="http://schemas.openxmlformats.org/officeDocument/2006/relationships/image" Target="../media/image276.png"/><Relationship Id="rId71" Type="http://schemas.openxmlformats.org/officeDocument/2006/relationships/image" Target="../media/image340.png"/><Relationship Id="rId2" Type="http://schemas.openxmlformats.org/officeDocument/2006/relationships/notesSlide" Target="../notesSlides/notesSlide57.xml"/><Relationship Id="rId29" Type="http://schemas.openxmlformats.org/officeDocument/2006/relationships/image" Target="../media/image298.png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8.png"/><Relationship Id="rId18" Type="http://schemas.openxmlformats.org/officeDocument/2006/relationships/image" Target="../media/image363.png"/><Relationship Id="rId26" Type="http://schemas.openxmlformats.org/officeDocument/2006/relationships/image" Target="../media/image371.png"/><Relationship Id="rId39" Type="http://schemas.openxmlformats.org/officeDocument/2006/relationships/image" Target="../media/image384.png"/><Relationship Id="rId21" Type="http://schemas.openxmlformats.org/officeDocument/2006/relationships/image" Target="../media/image366.png"/><Relationship Id="rId34" Type="http://schemas.openxmlformats.org/officeDocument/2006/relationships/image" Target="../media/image379.png"/><Relationship Id="rId42" Type="http://schemas.openxmlformats.org/officeDocument/2006/relationships/image" Target="../media/image387.png"/><Relationship Id="rId47" Type="http://schemas.openxmlformats.org/officeDocument/2006/relationships/image" Target="../media/image392.png"/><Relationship Id="rId50" Type="http://schemas.openxmlformats.org/officeDocument/2006/relationships/image" Target="../media/image395.png"/><Relationship Id="rId55" Type="http://schemas.openxmlformats.org/officeDocument/2006/relationships/image" Target="../media/image400.png"/><Relationship Id="rId7" Type="http://schemas.openxmlformats.org/officeDocument/2006/relationships/image" Target="../media/image352.png"/><Relationship Id="rId2" Type="http://schemas.openxmlformats.org/officeDocument/2006/relationships/notesSlide" Target="../notesSlides/notesSlide58.xml"/><Relationship Id="rId16" Type="http://schemas.openxmlformats.org/officeDocument/2006/relationships/image" Target="../media/image361.png"/><Relationship Id="rId29" Type="http://schemas.openxmlformats.org/officeDocument/2006/relationships/image" Target="../media/image374.png"/><Relationship Id="rId11" Type="http://schemas.openxmlformats.org/officeDocument/2006/relationships/image" Target="../media/image356.png"/><Relationship Id="rId24" Type="http://schemas.openxmlformats.org/officeDocument/2006/relationships/image" Target="../media/image369.png"/><Relationship Id="rId32" Type="http://schemas.openxmlformats.org/officeDocument/2006/relationships/image" Target="../media/image377.png"/><Relationship Id="rId37" Type="http://schemas.openxmlformats.org/officeDocument/2006/relationships/image" Target="../media/image382.png"/><Relationship Id="rId40" Type="http://schemas.openxmlformats.org/officeDocument/2006/relationships/image" Target="../media/image385.png"/><Relationship Id="rId45" Type="http://schemas.openxmlformats.org/officeDocument/2006/relationships/image" Target="../media/image390.png"/><Relationship Id="rId53" Type="http://schemas.openxmlformats.org/officeDocument/2006/relationships/image" Target="../media/image398.png"/><Relationship Id="rId58" Type="http://schemas.openxmlformats.org/officeDocument/2006/relationships/image" Target="../media/image403.png"/><Relationship Id="rId5" Type="http://schemas.openxmlformats.org/officeDocument/2006/relationships/image" Target="../media/image350.png"/><Relationship Id="rId61" Type="http://schemas.openxmlformats.org/officeDocument/2006/relationships/image" Target="../media/image406.png"/><Relationship Id="rId19" Type="http://schemas.openxmlformats.org/officeDocument/2006/relationships/image" Target="../media/image364.png"/><Relationship Id="rId14" Type="http://schemas.openxmlformats.org/officeDocument/2006/relationships/image" Target="../media/image359.png"/><Relationship Id="rId22" Type="http://schemas.openxmlformats.org/officeDocument/2006/relationships/image" Target="../media/image367.png"/><Relationship Id="rId27" Type="http://schemas.openxmlformats.org/officeDocument/2006/relationships/image" Target="../media/image372.png"/><Relationship Id="rId30" Type="http://schemas.openxmlformats.org/officeDocument/2006/relationships/image" Target="../media/image375.png"/><Relationship Id="rId35" Type="http://schemas.openxmlformats.org/officeDocument/2006/relationships/image" Target="../media/image380.png"/><Relationship Id="rId43" Type="http://schemas.openxmlformats.org/officeDocument/2006/relationships/image" Target="../media/image388.png"/><Relationship Id="rId48" Type="http://schemas.openxmlformats.org/officeDocument/2006/relationships/image" Target="../media/image393.png"/><Relationship Id="rId56" Type="http://schemas.openxmlformats.org/officeDocument/2006/relationships/image" Target="../media/image401.png"/><Relationship Id="rId8" Type="http://schemas.openxmlformats.org/officeDocument/2006/relationships/image" Target="../media/image353.png"/><Relationship Id="rId51" Type="http://schemas.openxmlformats.org/officeDocument/2006/relationships/image" Target="../media/image396.png"/><Relationship Id="rId3" Type="http://schemas.openxmlformats.org/officeDocument/2006/relationships/image" Target="../media/image348.png"/><Relationship Id="rId12" Type="http://schemas.openxmlformats.org/officeDocument/2006/relationships/image" Target="../media/image357.png"/><Relationship Id="rId17" Type="http://schemas.openxmlformats.org/officeDocument/2006/relationships/image" Target="../media/image362.png"/><Relationship Id="rId25" Type="http://schemas.openxmlformats.org/officeDocument/2006/relationships/image" Target="../media/image370.png"/><Relationship Id="rId33" Type="http://schemas.openxmlformats.org/officeDocument/2006/relationships/image" Target="../media/image378.png"/><Relationship Id="rId38" Type="http://schemas.openxmlformats.org/officeDocument/2006/relationships/image" Target="../media/image383.png"/><Relationship Id="rId46" Type="http://schemas.openxmlformats.org/officeDocument/2006/relationships/image" Target="../media/image391.png"/><Relationship Id="rId59" Type="http://schemas.openxmlformats.org/officeDocument/2006/relationships/image" Target="../media/image404.png"/><Relationship Id="rId20" Type="http://schemas.openxmlformats.org/officeDocument/2006/relationships/image" Target="../media/image365.png"/><Relationship Id="rId41" Type="http://schemas.openxmlformats.org/officeDocument/2006/relationships/image" Target="../media/image386.png"/><Relationship Id="rId54" Type="http://schemas.openxmlformats.org/officeDocument/2006/relationships/image" Target="../media/image399.png"/><Relationship Id="rId62" Type="http://schemas.openxmlformats.org/officeDocument/2006/relationships/image" Target="../media/image40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51.png"/><Relationship Id="rId15" Type="http://schemas.openxmlformats.org/officeDocument/2006/relationships/image" Target="../media/image360.png"/><Relationship Id="rId23" Type="http://schemas.openxmlformats.org/officeDocument/2006/relationships/image" Target="../media/image368.png"/><Relationship Id="rId28" Type="http://schemas.openxmlformats.org/officeDocument/2006/relationships/image" Target="../media/image373.png"/><Relationship Id="rId36" Type="http://schemas.openxmlformats.org/officeDocument/2006/relationships/image" Target="../media/image381.png"/><Relationship Id="rId49" Type="http://schemas.openxmlformats.org/officeDocument/2006/relationships/image" Target="../media/image394.png"/><Relationship Id="rId57" Type="http://schemas.openxmlformats.org/officeDocument/2006/relationships/image" Target="../media/image402.png"/><Relationship Id="rId10" Type="http://schemas.openxmlformats.org/officeDocument/2006/relationships/image" Target="../media/image355.png"/><Relationship Id="rId31" Type="http://schemas.openxmlformats.org/officeDocument/2006/relationships/image" Target="../media/image376.png"/><Relationship Id="rId44" Type="http://schemas.openxmlformats.org/officeDocument/2006/relationships/image" Target="../media/image389.png"/><Relationship Id="rId52" Type="http://schemas.openxmlformats.org/officeDocument/2006/relationships/image" Target="../media/image397.png"/><Relationship Id="rId60" Type="http://schemas.openxmlformats.org/officeDocument/2006/relationships/image" Target="../media/image405.png"/><Relationship Id="rId4" Type="http://schemas.openxmlformats.org/officeDocument/2006/relationships/image" Target="../media/image349.png"/><Relationship Id="rId9" Type="http://schemas.openxmlformats.org/officeDocument/2006/relationships/image" Target="../media/image354.png"/></Relationships>
</file>

<file path=ppt/slides/_rels/slide5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31.png"/><Relationship Id="rId21" Type="http://schemas.openxmlformats.org/officeDocument/2006/relationships/image" Target="../media/image426.png"/><Relationship Id="rId42" Type="http://schemas.openxmlformats.org/officeDocument/2006/relationships/image" Target="../media/image447.png"/><Relationship Id="rId47" Type="http://schemas.openxmlformats.org/officeDocument/2006/relationships/image" Target="../media/image452.png"/><Relationship Id="rId63" Type="http://schemas.openxmlformats.org/officeDocument/2006/relationships/image" Target="../media/image468.png"/><Relationship Id="rId68" Type="http://schemas.openxmlformats.org/officeDocument/2006/relationships/image" Target="../media/image473.png"/><Relationship Id="rId2" Type="http://schemas.openxmlformats.org/officeDocument/2006/relationships/notesSlide" Target="../notesSlides/notesSlide59.xml"/><Relationship Id="rId16" Type="http://schemas.openxmlformats.org/officeDocument/2006/relationships/image" Target="../media/image421.png"/><Relationship Id="rId29" Type="http://schemas.openxmlformats.org/officeDocument/2006/relationships/image" Target="../media/image434.png"/><Relationship Id="rId11" Type="http://schemas.openxmlformats.org/officeDocument/2006/relationships/image" Target="../media/image416.png"/><Relationship Id="rId24" Type="http://schemas.openxmlformats.org/officeDocument/2006/relationships/image" Target="../media/image429.png"/><Relationship Id="rId32" Type="http://schemas.openxmlformats.org/officeDocument/2006/relationships/image" Target="../media/image437.png"/><Relationship Id="rId37" Type="http://schemas.openxmlformats.org/officeDocument/2006/relationships/image" Target="../media/image442.png"/><Relationship Id="rId40" Type="http://schemas.openxmlformats.org/officeDocument/2006/relationships/image" Target="../media/image445.png"/><Relationship Id="rId45" Type="http://schemas.openxmlformats.org/officeDocument/2006/relationships/image" Target="../media/image450.png"/><Relationship Id="rId53" Type="http://schemas.openxmlformats.org/officeDocument/2006/relationships/image" Target="../media/image458.png"/><Relationship Id="rId58" Type="http://schemas.openxmlformats.org/officeDocument/2006/relationships/image" Target="../media/image463.png"/><Relationship Id="rId66" Type="http://schemas.openxmlformats.org/officeDocument/2006/relationships/image" Target="../media/image471.png"/><Relationship Id="rId74" Type="http://schemas.openxmlformats.org/officeDocument/2006/relationships/image" Target="../media/image479.png"/><Relationship Id="rId5" Type="http://schemas.openxmlformats.org/officeDocument/2006/relationships/image" Target="../media/image410.png"/><Relationship Id="rId61" Type="http://schemas.openxmlformats.org/officeDocument/2006/relationships/image" Target="../media/image466.png"/><Relationship Id="rId19" Type="http://schemas.openxmlformats.org/officeDocument/2006/relationships/image" Target="../media/image424.png"/><Relationship Id="rId14" Type="http://schemas.openxmlformats.org/officeDocument/2006/relationships/image" Target="../media/image419.png"/><Relationship Id="rId22" Type="http://schemas.openxmlformats.org/officeDocument/2006/relationships/image" Target="../media/image427.png"/><Relationship Id="rId27" Type="http://schemas.openxmlformats.org/officeDocument/2006/relationships/image" Target="../media/image432.png"/><Relationship Id="rId30" Type="http://schemas.openxmlformats.org/officeDocument/2006/relationships/image" Target="../media/image435.png"/><Relationship Id="rId35" Type="http://schemas.openxmlformats.org/officeDocument/2006/relationships/image" Target="../media/image440.png"/><Relationship Id="rId43" Type="http://schemas.openxmlformats.org/officeDocument/2006/relationships/image" Target="../media/image448.png"/><Relationship Id="rId48" Type="http://schemas.openxmlformats.org/officeDocument/2006/relationships/image" Target="../media/image453.png"/><Relationship Id="rId56" Type="http://schemas.openxmlformats.org/officeDocument/2006/relationships/image" Target="../media/image461.png"/><Relationship Id="rId64" Type="http://schemas.openxmlformats.org/officeDocument/2006/relationships/image" Target="../media/image469.png"/><Relationship Id="rId69" Type="http://schemas.openxmlformats.org/officeDocument/2006/relationships/image" Target="../media/image474.png"/><Relationship Id="rId8" Type="http://schemas.openxmlformats.org/officeDocument/2006/relationships/image" Target="../media/image413.png"/><Relationship Id="rId51" Type="http://schemas.openxmlformats.org/officeDocument/2006/relationships/image" Target="../media/image456.png"/><Relationship Id="rId72" Type="http://schemas.openxmlformats.org/officeDocument/2006/relationships/image" Target="../media/image477.png"/><Relationship Id="rId3" Type="http://schemas.openxmlformats.org/officeDocument/2006/relationships/image" Target="../media/image408.png"/><Relationship Id="rId12" Type="http://schemas.openxmlformats.org/officeDocument/2006/relationships/image" Target="../media/image417.png"/><Relationship Id="rId17" Type="http://schemas.openxmlformats.org/officeDocument/2006/relationships/image" Target="../media/image422.png"/><Relationship Id="rId25" Type="http://schemas.openxmlformats.org/officeDocument/2006/relationships/image" Target="../media/image430.png"/><Relationship Id="rId33" Type="http://schemas.openxmlformats.org/officeDocument/2006/relationships/image" Target="../media/image438.png"/><Relationship Id="rId38" Type="http://schemas.openxmlformats.org/officeDocument/2006/relationships/image" Target="../media/image443.png"/><Relationship Id="rId46" Type="http://schemas.openxmlformats.org/officeDocument/2006/relationships/image" Target="../media/image451.png"/><Relationship Id="rId59" Type="http://schemas.openxmlformats.org/officeDocument/2006/relationships/image" Target="../media/image464.png"/><Relationship Id="rId67" Type="http://schemas.openxmlformats.org/officeDocument/2006/relationships/image" Target="../media/image472.png"/><Relationship Id="rId20" Type="http://schemas.openxmlformats.org/officeDocument/2006/relationships/image" Target="../media/image425.png"/><Relationship Id="rId41" Type="http://schemas.openxmlformats.org/officeDocument/2006/relationships/image" Target="../media/image446.png"/><Relationship Id="rId54" Type="http://schemas.openxmlformats.org/officeDocument/2006/relationships/image" Target="../media/image459.png"/><Relationship Id="rId62" Type="http://schemas.openxmlformats.org/officeDocument/2006/relationships/image" Target="../media/image467.png"/><Relationship Id="rId70" Type="http://schemas.openxmlformats.org/officeDocument/2006/relationships/image" Target="../media/image475.png"/><Relationship Id="rId75" Type="http://schemas.openxmlformats.org/officeDocument/2006/relationships/image" Target="../media/image48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11.png"/><Relationship Id="rId15" Type="http://schemas.openxmlformats.org/officeDocument/2006/relationships/image" Target="../media/image420.png"/><Relationship Id="rId23" Type="http://schemas.openxmlformats.org/officeDocument/2006/relationships/image" Target="../media/image428.png"/><Relationship Id="rId28" Type="http://schemas.openxmlformats.org/officeDocument/2006/relationships/image" Target="../media/image433.png"/><Relationship Id="rId36" Type="http://schemas.openxmlformats.org/officeDocument/2006/relationships/image" Target="../media/image441.png"/><Relationship Id="rId49" Type="http://schemas.openxmlformats.org/officeDocument/2006/relationships/image" Target="../media/image454.png"/><Relationship Id="rId57" Type="http://schemas.openxmlformats.org/officeDocument/2006/relationships/image" Target="../media/image462.png"/><Relationship Id="rId10" Type="http://schemas.openxmlformats.org/officeDocument/2006/relationships/image" Target="../media/image415.png"/><Relationship Id="rId31" Type="http://schemas.openxmlformats.org/officeDocument/2006/relationships/image" Target="../media/image436.png"/><Relationship Id="rId44" Type="http://schemas.openxmlformats.org/officeDocument/2006/relationships/image" Target="../media/image449.png"/><Relationship Id="rId52" Type="http://schemas.openxmlformats.org/officeDocument/2006/relationships/image" Target="../media/image457.png"/><Relationship Id="rId60" Type="http://schemas.openxmlformats.org/officeDocument/2006/relationships/image" Target="../media/image465.png"/><Relationship Id="rId65" Type="http://schemas.openxmlformats.org/officeDocument/2006/relationships/image" Target="../media/image470.png"/><Relationship Id="rId73" Type="http://schemas.openxmlformats.org/officeDocument/2006/relationships/image" Target="../media/image478.png"/><Relationship Id="rId4" Type="http://schemas.openxmlformats.org/officeDocument/2006/relationships/image" Target="../media/image409.png"/><Relationship Id="rId9" Type="http://schemas.openxmlformats.org/officeDocument/2006/relationships/image" Target="../media/image414.png"/><Relationship Id="rId13" Type="http://schemas.openxmlformats.org/officeDocument/2006/relationships/image" Target="../media/image418.png"/><Relationship Id="rId18" Type="http://schemas.openxmlformats.org/officeDocument/2006/relationships/image" Target="../media/image423.png"/><Relationship Id="rId39" Type="http://schemas.openxmlformats.org/officeDocument/2006/relationships/image" Target="../media/image444.png"/><Relationship Id="rId34" Type="http://schemas.openxmlformats.org/officeDocument/2006/relationships/image" Target="../media/image439.png"/><Relationship Id="rId50" Type="http://schemas.openxmlformats.org/officeDocument/2006/relationships/image" Target="../media/image455.png"/><Relationship Id="rId55" Type="http://schemas.openxmlformats.org/officeDocument/2006/relationships/image" Target="../media/image460.png"/><Relationship Id="rId76" Type="http://schemas.openxmlformats.org/officeDocument/2006/relationships/image" Target="../media/image481.png"/><Relationship Id="rId7" Type="http://schemas.openxmlformats.org/officeDocument/2006/relationships/image" Target="../media/image412.png"/><Relationship Id="rId71" Type="http://schemas.openxmlformats.org/officeDocument/2006/relationships/image" Target="../media/image476.png"/></Relationships>
</file>

<file path=ppt/slides/_rels/slide6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05.png"/><Relationship Id="rId21" Type="http://schemas.openxmlformats.org/officeDocument/2006/relationships/image" Target="../media/image500.png"/><Relationship Id="rId42" Type="http://schemas.openxmlformats.org/officeDocument/2006/relationships/image" Target="../media/image521.png"/><Relationship Id="rId47" Type="http://schemas.openxmlformats.org/officeDocument/2006/relationships/image" Target="../media/image526.png"/><Relationship Id="rId63" Type="http://schemas.openxmlformats.org/officeDocument/2006/relationships/image" Target="../media/image542.png"/><Relationship Id="rId68" Type="http://schemas.openxmlformats.org/officeDocument/2006/relationships/image" Target="../media/image547.png"/><Relationship Id="rId16" Type="http://schemas.openxmlformats.org/officeDocument/2006/relationships/image" Target="../media/image495.png"/><Relationship Id="rId11" Type="http://schemas.openxmlformats.org/officeDocument/2006/relationships/image" Target="../media/image490.png"/><Relationship Id="rId24" Type="http://schemas.openxmlformats.org/officeDocument/2006/relationships/image" Target="../media/image503.png"/><Relationship Id="rId32" Type="http://schemas.openxmlformats.org/officeDocument/2006/relationships/image" Target="../media/image511.png"/><Relationship Id="rId37" Type="http://schemas.openxmlformats.org/officeDocument/2006/relationships/image" Target="../media/image516.png"/><Relationship Id="rId40" Type="http://schemas.openxmlformats.org/officeDocument/2006/relationships/image" Target="../media/image519.png"/><Relationship Id="rId45" Type="http://schemas.openxmlformats.org/officeDocument/2006/relationships/image" Target="../media/image524.png"/><Relationship Id="rId53" Type="http://schemas.openxmlformats.org/officeDocument/2006/relationships/image" Target="../media/image532.png"/><Relationship Id="rId58" Type="http://schemas.openxmlformats.org/officeDocument/2006/relationships/image" Target="../media/image537.png"/><Relationship Id="rId66" Type="http://schemas.openxmlformats.org/officeDocument/2006/relationships/image" Target="../media/image545.png"/><Relationship Id="rId74" Type="http://schemas.openxmlformats.org/officeDocument/2006/relationships/image" Target="../media/image553.png"/><Relationship Id="rId79" Type="http://schemas.openxmlformats.org/officeDocument/2006/relationships/image" Target="../media/image558.png"/><Relationship Id="rId5" Type="http://schemas.openxmlformats.org/officeDocument/2006/relationships/image" Target="../media/image484.png"/><Relationship Id="rId61" Type="http://schemas.openxmlformats.org/officeDocument/2006/relationships/image" Target="../media/image540.png"/><Relationship Id="rId19" Type="http://schemas.openxmlformats.org/officeDocument/2006/relationships/image" Target="../media/image498.png"/><Relationship Id="rId14" Type="http://schemas.openxmlformats.org/officeDocument/2006/relationships/image" Target="../media/image493.png"/><Relationship Id="rId22" Type="http://schemas.openxmlformats.org/officeDocument/2006/relationships/image" Target="../media/image501.png"/><Relationship Id="rId27" Type="http://schemas.openxmlformats.org/officeDocument/2006/relationships/image" Target="../media/image506.png"/><Relationship Id="rId30" Type="http://schemas.openxmlformats.org/officeDocument/2006/relationships/image" Target="../media/image509.png"/><Relationship Id="rId35" Type="http://schemas.openxmlformats.org/officeDocument/2006/relationships/image" Target="../media/image514.png"/><Relationship Id="rId43" Type="http://schemas.openxmlformats.org/officeDocument/2006/relationships/image" Target="../media/image522.png"/><Relationship Id="rId48" Type="http://schemas.openxmlformats.org/officeDocument/2006/relationships/image" Target="../media/image527.png"/><Relationship Id="rId56" Type="http://schemas.openxmlformats.org/officeDocument/2006/relationships/image" Target="../media/image535.png"/><Relationship Id="rId64" Type="http://schemas.openxmlformats.org/officeDocument/2006/relationships/image" Target="../media/image543.png"/><Relationship Id="rId69" Type="http://schemas.openxmlformats.org/officeDocument/2006/relationships/image" Target="../media/image548.png"/><Relationship Id="rId77" Type="http://schemas.openxmlformats.org/officeDocument/2006/relationships/image" Target="../media/image556.png"/><Relationship Id="rId8" Type="http://schemas.openxmlformats.org/officeDocument/2006/relationships/image" Target="../media/image487.png"/><Relationship Id="rId51" Type="http://schemas.openxmlformats.org/officeDocument/2006/relationships/image" Target="../media/image530.png"/><Relationship Id="rId72" Type="http://schemas.openxmlformats.org/officeDocument/2006/relationships/image" Target="../media/image551.png"/><Relationship Id="rId3" Type="http://schemas.openxmlformats.org/officeDocument/2006/relationships/image" Target="../media/image482.png"/><Relationship Id="rId12" Type="http://schemas.openxmlformats.org/officeDocument/2006/relationships/image" Target="../media/image491.png"/><Relationship Id="rId17" Type="http://schemas.openxmlformats.org/officeDocument/2006/relationships/image" Target="../media/image496.png"/><Relationship Id="rId25" Type="http://schemas.openxmlformats.org/officeDocument/2006/relationships/image" Target="../media/image504.png"/><Relationship Id="rId33" Type="http://schemas.openxmlformats.org/officeDocument/2006/relationships/image" Target="../media/image512.png"/><Relationship Id="rId38" Type="http://schemas.openxmlformats.org/officeDocument/2006/relationships/image" Target="../media/image517.png"/><Relationship Id="rId46" Type="http://schemas.openxmlformats.org/officeDocument/2006/relationships/image" Target="../media/image525.png"/><Relationship Id="rId59" Type="http://schemas.openxmlformats.org/officeDocument/2006/relationships/image" Target="../media/image538.png"/><Relationship Id="rId67" Type="http://schemas.openxmlformats.org/officeDocument/2006/relationships/image" Target="../media/image546.png"/><Relationship Id="rId20" Type="http://schemas.openxmlformats.org/officeDocument/2006/relationships/image" Target="../media/image499.png"/><Relationship Id="rId41" Type="http://schemas.openxmlformats.org/officeDocument/2006/relationships/image" Target="../media/image520.png"/><Relationship Id="rId54" Type="http://schemas.openxmlformats.org/officeDocument/2006/relationships/image" Target="../media/image533.png"/><Relationship Id="rId62" Type="http://schemas.openxmlformats.org/officeDocument/2006/relationships/image" Target="../media/image541.png"/><Relationship Id="rId70" Type="http://schemas.openxmlformats.org/officeDocument/2006/relationships/image" Target="../media/image549.png"/><Relationship Id="rId75" Type="http://schemas.openxmlformats.org/officeDocument/2006/relationships/image" Target="../media/image554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85.png"/><Relationship Id="rId15" Type="http://schemas.openxmlformats.org/officeDocument/2006/relationships/image" Target="../media/image494.png"/><Relationship Id="rId23" Type="http://schemas.openxmlformats.org/officeDocument/2006/relationships/image" Target="../media/image502.png"/><Relationship Id="rId28" Type="http://schemas.openxmlformats.org/officeDocument/2006/relationships/image" Target="../media/image507.png"/><Relationship Id="rId36" Type="http://schemas.openxmlformats.org/officeDocument/2006/relationships/image" Target="../media/image515.png"/><Relationship Id="rId49" Type="http://schemas.openxmlformats.org/officeDocument/2006/relationships/image" Target="../media/image528.png"/><Relationship Id="rId57" Type="http://schemas.openxmlformats.org/officeDocument/2006/relationships/image" Target="../media/image536.png"/><Relationship Id="rId10" Type="http://schemas.openxmlformats.org/officeDocument/2006/relationships/image" Target="../media/image489.png"/><Relationship Id="rId31" Type="http://schemas.openxmlformats.org/officeDocument/2006/relationships/image" Target="../media/image510.png"/><Relationship Id="rId44" Type="http://schemas.openxmlformats.org/officeDocument/2006/relationships/image" Target="../media/image523.png"/><Relationship Id="rId52" Type="http://schemas.openxmlformats.org/officeDocument/2006/relationships/image" Target="../media/image531.png"/><Relationship Id="rId60" Type="http://schemas.openxmlformats.org/officeDocument/2006/relationships/image" Target="../media/image539.png"/><Relationship Id="rId65" Type="http://schemas.openxmlformats.org/officeDocument/2006/relationships/image" Target="../media/image544.png"/><Relationship Id="rId73" Type="http://schemas.openxmlformats.org/officeDocument/2006/relationships/image" Target="../media/image552.png"/><Relationship Id="rId78" Type="http://schemas.openxmlformats.org/officeDocument/2006/relationships/image" Target="../media/image557.png"/><Relationship Id="rId4" Type="http://schemas.openxmlformats.org/officeDocument/2006/relationships/image" Target="../media/image483.png"/><Relationship Id="rId9" Type="http://schemas.openxmlformats.org/officeDocument/2006/relationships/image" Target="../media/image488.png"/><Relationship Id="rId13" Type="http://schemas.openxmlformats.org/officeDocument/2006/relationships/image" Target="../media/image492.png"/><Relationship Id="rId18" Type="http://schemas.openxmlformats.org/officeDocument/2006/relationships/image" Target="../media/image497.png"/><Relationship Id="rId39" Type="http://schemas.openxmlformats.org/officeDocument/2006/relationships/image" Target="../media/image518.png"/><Relationship Id="rId34" Type="http://schemas.openxmlformats.org/officeDocument/2006/relationships/image" Target="../media/image513.png"/><Relationship Id="rId50" Type="http://schemas.openxmlformats.org/officeDocument/2006/relationships/image" Target="../media/image529.png"/><Relationship Id="rId55" Type="http://schemas.openxmlformats.org/officeDocument/2006/relationships/image" Target="../media/image534.png"/><Relationship Id="rId76" Type="http://schemas.openxmlformats.org/officeDocument/2006/relationships/image" Target="../media/image555.png"/><Relationship Id="rId7" Type="http://schemas.openxmlformats.org/officeDocument/2006/relationships/image" Target="../media/image486.png"/><Relationship Id="rId71" Type="http://schemas.openxmlformats.org/officeDocument/2006/relationships/image" Target="../media/image550.png"/><Relationship Id="rId2" Type="http://schemas.openxmlformats.org/officeDocument/2006/relationships/notesSlide" Target="../notesSlides/notesSlide60.xml"/><Relationship Id="rId29" Type="http://schemas.openxmlformats.org/officeDocument/2006/relationships/image" Target="../media/image508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4.png"/><Relationship Id="rId13" Type="http://schemas.openxmlformats.org/officeDocument/2006/relationships/image" Target="../media/image569.jpg"/><Relationship Id="rId3" Type="http://schemas.openxmlformats.org/officeDocument/2006/relationships/image" Target="../media/image559.jpg"/><Relationship Id="rId7" Type="http://schemas.openxmlformats.org/officeDocument/2006/relationships/image" Target="../media/image563.png"/><Relationship Id="rId12" Type="http://schemas.openxmlformats.org/officeDocument/2006/relationships/image" Target="../media/image56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2.png"/><Relationship Id="rId11" Type="http://schemas.openxmlformats.org/officeDocument/2006/relationships/image" Target="../media/image567.jpg"/><Relationship Id="rId5" Type="http://schemas.openxmlformats.org/officeDocument/2006/relationships/image" Target="../media/image561.jpg"/><Relationship Id="rId10" Type="http://schemas.openxmlformats.org/officeDocument/2006/relationships/image" Target="../media/image566.png"/><Relationship Id="rId4" Type="http://schemas.openxmlformats.org/officeDocument/2006/relationships/image" Target="../media/image560.jpg"/><Relationship Id="rId9" Type="http://schemas.openxmlformats.org/officeDocument/2006/relationships/image" Target="../media/image565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5.jpg"/><Relationship Id="rId13" Type="http://schemas.openxmlformats.org/officeDocument/2006/relationships/image" Target="../media/image580.png"/><Relationship Id="rId18" Type="http://schemas.openxmlformats.org/officeDocument/2006/relationships/image" Target="../media/image585.png"/><Relationship Id="rId3" Type="http://schemas.openxmlformats.org/officeDocument/2006/relationships/image" Target="../media/image570.jpg"/><Relationship Id="rId7" Type="http://schemas.openxmlformats.org/officeDocument/2006/relationships/image" Target="../media/image574.jpg"/><Relationship Id="rId12" Type="http://schemas.openxmlformats.org/officeDocument/2006/relationships/image" Target="../media/image579.jpg"/><Relationship Id="rId17" Type="http://schemas.openxmlformats.org/officeDocument/2006/relationships/image" Target="../media/image584.jpg"/><Relationship Id="rId2" Type="http://schemas.openxmlformats.org/officeDocument/2006/relationships/notesSlide" Target="../notesSlides/notesSlide62.xml"/><Relationship Id="rId16" Type="http://schemas.openxmlformats.org/officeDocument/2006/relationships/image" Target="../media/image58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3.jpg"/><Relationship Id="rId11" Type="http://schemas.openxmlformats.org/officeDocument/2006/relationships/image" Target="../media/image578.jpg"/><Relationship Id="rId5" Type="http://schemas.openxmlformats.org/officeDocument/2006/relationships/image" Target="../media/image572.jpg"/><Relationship Id="rId15" Type="http://schemas.openxmlformats.org/officeDocument/2006/relationships/image" Target="../media/image582.jpg"/><Relationship Id="rId10" Type="http://schemas.openxmlformats.org/officeDocument/2006/relationships/image" Target="../media/image577.jpg"/><Relationship Id="rId4" Type="http://schemas.openxmlformats.org/officeDocument/2006/relationships/image" Target="../media/image571.jpg"/><Relationship Id="rId9" Type="http://schemas.openxmlformats.org/officeDocument/2006/relationships/image" Target="../media/image576.png"/><Relationship Id="rId14" Type="http://schemas.openxmlformats.org/officeDocument/2006/relationships/image" Target="../media/image581.jp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" descr="A white background with black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3653" y="2721915"/>
            <a:ext cx="2657053" cy="1499616"/>
          </a:xfrm>
          <a:prstGeom prst="roundRect">
            <a:avLst>
              <a:gd name="adj" fmla="val 10796"/>
            </a:avLst>
          </a:prstGeom>
          <a:noFill/>
          <a:ln>
            <a:noFill/>
          </a:ln>
          <a:effectLst>
            <a:outerShdw blurRad="190500" dist="141773" dir="5400000" algn="t" rotWithShape="0">
              <a:srgbClr val="000000">
                <a:alpha val="24705"/>
              </a:srgbClr>
            </a:outerShdw>
          </a:effectLst>
        </p:spPr>
      </p:pic>
      <p:sp>
        <p:nvSpPr>
          <p:cNvPr id="73" name="Google Shape;73;p1"/>
          <p:cNvSpPr/>
          <p:nvPr/>
        </p:nvSpPr>
        <p:spPr>
          <a:xfrm>
            <a:off x="829141" y="1254480"/>
            <a:ext cx="4173986" cy="4955818"/>
          </a:xfrm>
          <a:prstGeom prst="roundRect">
            <a:avLst>
              <a:gd name="adj" fmla="val 6949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"/>
          <p:cNvSpPr txBox="1">
            <a:spLocks noGrp="1"/>
          </p:cNvSpPr>
          <p:nvPr>
            <p:ph type="title"/>
          </p:nvPr>
        </p:nvSpPr>
        <p:spPr>
          <a:xfrm>
            <a:off x="495300" y="515815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New typeface check</a:t>
            </a:r>
            <a:endParaRPr/>
          </a:p>
        </p:txBody>
      </p:sp>
      <p:sp>
        <p:nvSpPr>
          <p:cNvPr id="75" name="Google Shape;75;p1"/>
          <p:cNvSpPr txBox="1"/>
          <p:nvPr/>
        </p:nvSpPr>
        <p:spPr>
          <a:xfrm>
            <a:off x="5506078" y="2721915"/>
            <a:ext cx="2440345" cy="139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TEXT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This is Bold</a:t>
            </a:r>
            <a:br>
              <a:rPr lang="en-US" sz="2400" b="0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400" b="0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This is Regular</a:t>
            </a:r>
            <a:endParaRPr/>
          </a:p>
        </p:txBody>
      </p:sp>
      <p:sp>
        <p:nvSpPr>
          <p:cNvPr id="76" name="Google Shape;76;p1"/>
          <p:cNvSpPr txBox="1"/>
          <p:nvPr/>
        </p:nvSpPr>
        <p:spPr>
          <a:xfrm>
            <a:off x="5426498" y="4641973"/>
            <a:ext cx="5600700" cy="1025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 If they’re a match, you’re good to go</a:t>
            </a:r>
            <a:r>
              <a:rPr lang="en-US" sz="16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cxnSp>
        <p:nvCxnSpPr>
          <p:cNvPr id="77" name="Google Shape;77;p1"/>
          <p:cNvCxnSpPr/>
          <p:nvPr/>
        </p:nvCxnSpPr>
        <p:spPr>
          <a:xfrm>
            <a:off x="1174077" y="3976396"/>
            <a:ext cx="3314699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78" name="Google Shape;78;p1"/>
          <p:cNvSpPr txBox="1"/>
          <p:nvPr/>
        </p:nvSpPr>
        <p:spPr>
          <a:xfrm>
            <a:off x="1174077" y="4288724"/>
            <a:ext cx="3650110" cy="325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5B31B"/>
                </a:solidFill>
                <a:latin typeface="Inter"/>
                <a:ea typeface="Inter"/>
                <a:cs typeface="Inter"/>
                <a:sym typeface="Inter"/>
              </a:rPr>
              <a:t>USE CASES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Headings: Bold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60D3"/>
                </a:solidFill>
                <a:latin typeface="Inter"/>
                <a:ea typeface="Inter"/>
                <a:cs typeface="Inter"/>
                <a:sym typeface="Inter"/>
              </a:rPr>
              <a:t>Body copy: Regular</a:t>
            </a:r>
            <a:endParaRPr/>
          </a:p>
        </p:txBody>
      </p:sp>
      <p:sp>
        <p:nvSpPr>
          <p:cNvPr id="79" name="Google Shape;79;p1"/>
          <p:cNvSpPr txBox="1"/>
          <p:nvPr/>
        </p:nvSpPr>
        <p:spPr>
          <a:xfrm>
            <a:off x="9028338" y="2425064"/>
            <a:ext cx="13676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REFERENCE IMAGE</a:t>
            </a:r>
            <a:endParaRPr/>
          </a:p>
        </p:txBody>
      </p:sp>
      <p:sp>
        <p:nvSpPr>
          <p:cNvPr id="80" name="Google Shape;80;p1"/>
          <p:cNvSpPr txBox="1"/>
          <p:nvPr/>
        </p:nvSpPr>
        <p:spPr>
          <a:xfrm>
            <a:off x="6247432" y="2425064"/>
            <a:ext cx="106631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SAMPLE TEXT</a:t>
            </a:r>
            <a:endParaRPr/>
          </a:p>
        </p:txBody>
      </p:sp>
      <p:sp>
        <p:nvSpPr>
          <p:cNvPr id="81" name="Google Shape;81;p1"/>
          <p:cNvSpPr/>
          <p:nvPr/>
        </p:nvSpPr>
        <p:spPr>
          <a:xfrm>
            <a:off x="5450139" y="2744018"/>
            <a:ext cx="2660904" cy="1499616"/>
          </a:xfrm>
          <a:prstGeom prst="roundRect">
            <a:avLst>
              <a:gd name="adj" fmla="val 7851"/>
            </a:avLst>
          </a:prstGeom>
          <a:noFill/>
          <a:ln w="381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1164802" y="5740376"/>
            <a:ext cx="365011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* We will be phasing out </a:t>
            </a:r>
            <a:r>
              <a:rPr lang="en-US" sz="1000" b="1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Lato</a:t>
            </a:r>
            <a:r>
              <a:rPr lang="en-US" sz="10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 beginning Q1 FY26</a:t>
            </a:r>
            <a:endParaRPr/>
          </a:p>
        </p:txBody>
      </p:sp>
      <p:sp>
        <p:nvSpPr>
          <p:cNvPr id="83" name="Google Shape;83;p1">
            <a:hlinkClick r:id="rId4"/>
          </p:cNvPr>
          <p:cNvSpPr/>
          <p:nvPr/>
        </p:nvSpPr>
        <p:spPr>
          <a:xfrm>
            <a:off x="5450138" y="5183087"/>
            <a:ext cx="5745685" cy="830997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If the answer is no, you will need to install fonts </a:t>
            </a:r>
            <a:b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manually, </a:t>
            </a:r>
            <a:r>
              <a:rPr lang="en-US" sz="1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please download them here.</a:t>
            </a:r>
            <a:endParaRPr sz="1600" b="1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5338788" y="1250694"/>
            <a:ext cx="6015011" cy="936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Please perform this typeface check in </a:t>
            </a:r>
            <a:r>
              <a:rPr lang="en-US" sz="2000" b="1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PowerPoint Desktop. </a:t>
            </a:r>
            <a:r>
              <a:rPr lang="en-US" sz="2000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Does the sample text on the left match the reference image of the </a:t>
            </a:r>
            <a:r>
              <a:rPr lang="en-US" sz="2000" b="1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text on the right</a:t>
            </a:r>
            <a:r>
              <a:rPr lang="en-US" sz="2000">
                <a:solidFill>
                  <a:srgbClr val="131626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1164802" y="1549253"/>
            <a:ext cx="3529118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 this presentation, please </a:t>
            </a:r>
            <a:br>
              <a:rPr lang="en-US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use our new official Box typeface, Inter Display. IT deployed the fonts to all Boxers and you should have it on your computer (as of Dec 10, 2024)</a:t>
            </a:r>
            <a:br>
              <a:rPr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Inter Display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164802" y="4645087"/>
            <a:ext cx="4727864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Headings: Bold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Body copy: Regular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829142" y="-1"/>
            <a:ext cx="10524657" cy="426525"/>
          </a:xfrm>
          <a:prstGeom prst="round2SameRect">
            <a:avLst>
              <a:gd name="adj1" fmla="val 0"/>
              <a:gd name="adj2" fmla="val 4038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IMPORTANT: Box Preview is not yet set up to render this font properly. (ETA for this feature early Q1 FY26)</a:t>
            </a:r>
            <a:endParaRPr sz="16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Notes from the Design team</a:t>
            </a:r>
            <a:endParaRPr/>
          </a:p>
        </p:txBody>
      </p:sp>
      <p:sp>
        <p:nvSpPr>
          <p:cNvPr id="94" name="Google Shape;94;p2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latin typeface="Inter"/>
                <a:ea typeface="Inter"/>
                <a:cs typeface="Inter"/>
                <a:sym typeface="Inter"/>
              </a:rPr>
              <a:t>Please follow these guidelines to ensure consistency between your slides</a:t>
            </a:r>
            <a:endParaRPr/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1600"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16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838200" y="1485900"/>
            <a:ext cx="10515600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8925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 </a:t>
            </a:r>
            <a:r>
              <a:rPr lang="en-US" sz="2000">
                <a:solidFill>
                  <a:srgbClr val="0748CB"/>
                </a:solidFill>
                <a:latin typeface="Inter"/>
                <a:ea typeface="Inter"/>
                <a:cs typeface="Inter"/>
                <a:sym typeface="Inter"/>
              </a:rPr>
              <a:t>Sentence case 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instead of 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Title Case</a:t>
            </a: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Spell out “</a:t>
            </a:r>
            <a:r>
              <a:rPr lang="en-US" sz="2000">
                <a:solidFill>
                  <a:srgbClr val="0748CB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”; do not use the ampersand symbol “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&amp;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”</a:t>
            </a:r>
            <a:endParaRPr/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Avoid excessive use of  “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!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”or “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!!!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”</a:t>
            </a:r>
            <a:endParaRPr/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Enthusiasm should come from the speaker</a:t>
            </a:r>
            <a:endParaRPr/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Avoid font sizes under 24 pt. </a:t>
            </a:r>
            <a:endParaRPr/>
          </a:p>
          <a:p>
            <a:pPr marL="288925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Avoid possessive form of Box (</a:t>
            </a:r>
            <a:r>
              <a:rPr lang="en-US" sz="2000">
                <a:solidFill>
                  <a:srgbClr val="E41C46"/>
                </a:solidFill>
                <a:latin typeface="Inter"/>
                <a:ea typeface="Inter"/>
                <a:cs typeface="Inter"/>
                <a:sym typeface="Inter"/>
              </a:rPr>
              <a:t>Box’s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/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Do not use the Box logo in a title or phrase</a:t>
            </a:r>
            <a:b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158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Pronouns are encouraged but optional</a:t>
            </a:r>
            <a:endParaRPr/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Keep your slides simple and clutter-free</a:t>
            </a:r>
            <a:endParaRPr/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 the most up-to-date corporate presentation template </a:t>
            </a:r>
            <a:r>
              <a:rPr lang="en-US" sz="2000" u="sng">
                <a:solidFill>
                  <a:srgbClr val="0000E9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sz="2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282C35"/>
                </a:solidFill>
                <a:latin typeface="Inter"/>
                <a:ea typeface="Inter"/>
                <a:cs typeface="Inter"/>
                <a:sym typeface="Inter"/>
              </a:rPr>
              <a:t>Don’t highlight in italics </a:t>
            </a:r>
            <a:br>
              <a:rPr lang="en-US" sz="2000">
                <a:solidFill>
                  <a:srgbClr val="282C3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000">
                <a:solidFill>
                  <a:srgbClr val="282C35"/>
                </a:solidFill>
                <a:latin typeface="Inter"/>
                <a:ea typeface="Inter"/>
                <a:cs typeface="Inter"/>
                <a:sym typeface="Inter"/>
              </a:rPr>
              <a:t>(unless it’s a title of a publication)</a:t>
            </a:r>
            <a:endParaRPr/>
          </a:p>
          <a:p>
            <a:pPr marL="288925" marR="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>
                <a:solidFill>
                  <a:schemeClr val="dk2"/>
                </a:solidFill>
              </a:rPr>
              <a:t>OPENING </a:t>
            </a:r>
            <a:br>
              <a:rPr lang="en-US">
                <a:solidFill>
                  <a:schemeClr val="dk2"/>
                </a:solidFill>
              </a:rPr>
            </a:br>
            <a:r>
              <a:rPr lang="en-US" sz="3200" b="0">
                <a:solidFill>
                  <a:srgbClr val="0061D5"/>
                </a:solidFill>
              </a:rPr>
              <a:t>TITLE, SPEAKER HEADSHOTS, AGENDA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/>
        </p:nvSpPr>
        <p:spPr>
          <a:xfrm>
            <a:off x="883756" y="2440514"/>
            <a:ext cx="7000051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EVENT NAME/EYBROW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Presentation title</a:t>
            </a:r>
            <a:br>
              <a:rPr lang="en-US" sz="5000" b="1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Location, Date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8" name="Google Shape;108;p4" descr="Box Logo_White (FFFFFF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199" y="472852"/>
            <a:ext cx="1040205" cy="55076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/>
        </p:nvSpPr>
        <p:spPr>
          <a:xfrm>
            <a:off x="852852" y="6056412"/>
            <a:ext cx="80391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Confidential — Internal use only (optional) 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0" name="Google Shape;110;p4" descr="fresh faces 2022_0010_Layer 23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98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pic>
        <p:nvPicPr>
          <p:cNvPr id="111" name="Google Shape;111;p4" descr="fresh faces 2022_0010_Layer 23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31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sp>
        <p:nvSpPr>
          <p:cNvPr id="112" name="Google Shape;112;p4"/>
          <p:cNvSpPr txBox="1"/>
          <p:nvPr/>
        </p:nvSpPr>
        <p:spPr>
          <a:xfrm>
            <a:off x="1718009" y="4681528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1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HE/HIM</a:t>
            </a:r>
            <a:endParaRPr sz="11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5264254" y="4681529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SHE/HER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 txBox="1"/>
          <p:nvPr/>
        </p:nvSpPr>
        <p:spPr>
          <a:xfrm>
            <a:off x="883756" y="2440514"/>
            <a:ext cx="7000051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EVENT NAME/EYBROW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Presentation title</a:t>
            </a:r>
            <a:br>
              <a:rPr lang="en-US" sz="5000" b="1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Location, Date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1" name="Google Shape;121;p5" descr="Box Logo_White (FFFFFF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199" y="472852"/>
            <a:ext cx="1040205" cy="55076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/>
        </p:nvSpPr>
        <p:spPr>
          <a:xfrm>
            <a:off x="852852" y="6056412"/>
            <a:ext cx="80391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Confidential — Internal use only (optional) 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3" name="Google Shape;123;p5" descr="fresh faces 2022_0010_Layer 23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98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pic>
        <p:nvPicPr>
          <p:cNvPr id="124" name="Google Shape;124;p5" descr="fresh faces 2022_0010_Layer 23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431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sp>
        <p:nvSpPr>
          <p:cNvPr id="125" name="Google Shape;125;p5"/>
          <p:cNvSpPr txBox="1"/>
          <p:nvPr/>
        </p:nvSpPr>
        <p:spPr>
          <a:xfrm>
            <a:off x="1718009" y="4681528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1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HE/HIM</a:t>
            </a:r>
            <a:endParaRPr sz="11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5264254" y="4681529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SHE/HER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 b="0">
                <a:solidFill>
                  <a:schemeClr val="dk2"/>
                </a:solidFill>
              </a:rPr>
              <a:t>HIGH LEVEL </a:t>
            </a:r>
            <a:br>
              <a:rPr lang="en-US">
                <a:solidFill>
                  <a:schemeClr val="dk2"/>
                </a:solidFill>
              </a:rPr>
            </a:br>
            <a:r>
              <a:rPr lang="en-US" sz="3200" b="0">
                <a:solidFill>
                  <a:srgbClr val="0061D5"/>
                </a:solidFill>
              </a:rPr>
              <a:t>TITLE, SPEAKER HEADSHOTS, AGENDA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endParaRPr sz="320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/>
        </p:nvSpPr>
        <p:spPr>
          <a:xfrm>
            <a:off x="883756" y="2440514"/>
            <a:ext cx="7000051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EVENT NAME/EYBROW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Section title</a:t>
            </a:r>
            <a:br>
              <a:rPr lang="en-US" sz="5000" b="1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Brief description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/>
        </p:nvSpPr>
        <p:spPr>
          <a:xfrm>
            <a:off x="883756" y="2440514"/>
            <a:ext cx="7000051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EVENT NAME/EYBROW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Section title</a:t>
            </a:r>
            <a:br>
              <a:rPr lang="en-US" sz="5000" b="1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Brief description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5" name="Google Shape;145;p8" descr="fresh faces 2022_0010_Layer 2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98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pic>
        <p:nvPicPr>
          <p:cNvPr id="146" name="Google Shape;146;p8" descr="fresh faces 2022_0010_Layer 2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43163" y="4679956"/>
            <a:ext cx="677498" cy="67749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8036" y="0"/>
                  <a:pt x="5273" y="1055"/>
                  <a:pt x="3164" y="3164"/>
                </a:cubicBezTo>
                <a:cubicBezTo>
                  <a:pt x="1055" y="5273"/>
                  <a:pt x="0" y="8036"/>
                  <a:pt x="0" y="10800"/>
                </a:cubicBezTo>
                <a:lnTo>
                  <a:pt x="0" y="21600"/>
                </a:lnTo>
                <a:lnTo>
                  <a:pt x="10800" y="21600"/>
                </a:lnTo>
                <a:cubicBezTo>
                  <a:pt x="13564" y="21600"/>
                  <a:pt x="16327" y="20545"/>
                  <a:pt x="18436" y="18436"/>
                </a:cubicBezTo>
                <a:cubicBezTo>
                  <a:pt x="20545" y="16327"/>
                  <a:pt x="21600" y="13564"/>
                  <a:pt x="21600" y="10800"/>
                </a:cubicBezTo>
                <a:cubicBezTo>
                  <a:pt x="21600" y="8036"/>
                  <a:pt x="20545" y="5273"/>
                  <a:pt x="18436" y="3164"/>
                </a:cubicBezTo>
                <a:cubicBezTo>
                  <a:pt x="16327" y="1055"/>
                  <a:pt x="13564" y="0"/>
                  <a:pt x="10800" y="0"/>
                </a:cubicBezTo>
                <a:close/>
              </a:path>
            </a:pathLst>
          </a:custGeom>
          <a:noFill/>
          <a:ln w="31750" cap="flat" cmpd="sng">
            <a:solidFill>
              <a:schemeClr val="lt1"/>
            </a:solidFill>
            <a:prstDash val="solid"/>
            <a:miter lim="400000"/>
            <a:headEnd type="none" w="sm" len="sm"/>
            <a:tailEnd type="none" w="sm" len="sm"/>
          </a:ln>
        </p:spPr>
      </p:pic>
      <p:sp>
        <p:nvSpPr>
          <p:cNvPr id="147" name="Google Shape;147;p8"/>
          <p:cNvSpPr txBox="1"/>
          <p:nvPr/>
        </p:nvSpPr>
        <p:spPr>
          <a:xfrm>
            <a:off x="1718009" y="4681528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1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HE/HIM</a:t>
            </a:r>
            <a:endParaRPr sz="11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5264254" y="4681529"/>
            <a:ext cx="2619553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r>
              <a:rPr lang="en-US" sz="11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lang="en-US" sz="11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SHE/HER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Title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/>
        </p:nvSpPr>
        <p:spPr>
          <a:xfrm>
            <a:off x="883756" y="2563624"/>
            <a:ext cx="10470044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EYBROW (optional)</a:t>
            </a:r>
            <a:b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4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Statement/Key statement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/>
        </p:nvSpPr>
        <p:spPr>
          <a:xfrm>
            <a:off x="827183" y="1037790"/>
            <a:ext cx="2633630" cy="866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  <a:endParaRPr sz="16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10"/>
          <p:cNvSpPr txBox="1"/>
          <p:nvPr/>
        </p:nvSpPr>
        <p:spPr>
          <a:xfrm>
            <a:off x="4290917" y="1082893"/>
            <a:ext cx="6347011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sz="14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sz="14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br>
              <a:rPr lang="en-US"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Speaker name, Title, Company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br>
              <a:rPr lang="en-US" sz="24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Subsection</a:t>
            </a:r>
            <a:endParaRPr sz="1600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sz="24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9388" marR="0" lvl="0" indent="-1793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Subsection + bullets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9388" marR="0" lvl="0" indent="-17938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•"/>
            </a:pPr>
            <a:r>
              <a:rPr lang="en-US" sz="16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Subsection + bullets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12572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2" name="Google Shape;162;p10" descr="Icon_Shared-user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2439" y="1752479"/>
            <a:ext cx="317501" cy="31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0" descr="Icon_User-bad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2436" y="2336372"/>
            <a:ext cx="317501" cy="31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 descr="Icon_Pie-chart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2436" y="3189543"/>
            <a:ext cx="317501" cy="31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0" descr="Line graph-v2a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12439" y="1147439"/>
            <a:ext cx="317501" cy="31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0" descr="Icon_Battery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12437" y="4043519"/>
            <a:ext cx="317501" cy="31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11"/>
          <p:cNvGrpSpPr/>
          <p:nvPr/>
        </p:nvGrpSpPr>
        <p:grpSpPr>
          <a:xfrm>
            <a:off x="1908770" y="1130851"/>
            <a:ext cx="2657675" cy="3758098"/>
            <a:chOff x="0" y="0"/>
            <a:chExt cx="5315347" cy="7516194"/>
          </a:xfrm>
        </p:grpSpPr>
        <p:sp>
          <p:nvSpPr>
            <p:cNvPr id="173" name="Google Shape;173;p11"/>
            <p:cNvSpPr/>
            <p:nvPr/>
          </p:nvSpPr>
          <p:spPr>
            <a:xfrm>
              <a:off x="3572" y="4936729"/>
              <a:ext cx="5301059" cy="257946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10716" y="0"/>
              <a:ext cx="5301059" cy="7516194"/>
            </a:xfrm>
            <a:prstGeom prst="roundRect">
              <a:avLst>
                <a:gd name="adj" fmla="val 7187"/>
              </a:avLst>
            </a:pr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7CC8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75" name="Google Shape;175;p11" descr="vaishnav_gorur-500x500_square.png"/>
            <p:cNvPicPr preferRelativeResize="0"/>
            <p:nvPr/>
          </p:nvPicPr>
          <p:blipFill rotWithShape="1">
            <a:blip r:embed="rId3">
              <a:alphaModFix/>
            </a:blip>
            <a:srcRect l="68" r="68" b="7251"/>
            <a:stretch/>
          </p:blipFill>
          <p:spPr>
            <a:xfrm>
              <a:off x="0" y="0"/>
              <a:ext cx="5315347" cy="4936729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125"/>
                  </a:cubicBezTo>
                  <a:cubicBezTo>
                    <a:pt x="577" y="282"/>
                    <a:pt x="262" y="621"/>
                    <a:pt x="116" y="1052"/>
                  </a:cubicBezTo>
                  <a:cubicBezTo>
                    <a:pt x="0" y="1351"/>
                    <a:pt x="0" y="1800"/>
                    <a:pt x="0" y="2547"/>
                  </a:cubicBezTo>
                  <a:lnTo>
                    <a:pt x="0" y="21600"/>
                  </a:lnTo>
                  <a:lnTo>
                    <a:pt x="21599" y="21600"/>
                  </a:lnTo>
                  <a:lnTo>
                    <a:pt x="21599" y="2547"/>
                  </a:lnTo>
                  <a:cubicBezTo>
                    <a:pt x="21599" y="1800"/>
                    <a:pt x="21600" y="1351"/>
                    <a:pt x="21484" y="1052"/>
                  </a:cubicBezTo>
                  <a:cubicBezTo>
                    <a:pt x="21338" y="621"/>
                    <a:pt x="21022" y="282"/>
                    <a:pt x="20621" y="12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176" name="Google Shape;176;p11"/>
            <p:cNvSpPr txBox="1"/>
            <p:nvPr/>
          </p:nvSpPr>
          <p:spPr>
            <a:xfrm>
              <a:off x="285412" y="5267225"/>
              <a:ext cx="4748091" cy="19184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Vaishnav Gorur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Team Director, Product Marketing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HE/HIM</a:t>
              </a:r>
              <a:endParaRPr sz="9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7" name="Google Shape;177;p11"/>
          <p:cNvGrpSpPr/>
          <p:nvPr/>
        </p:nvGrpSpPr>
        <p:grpSpPr>
          <a:xfrm>
            <a:off x="4767163" y="1132207"/>
            <a:ext cx="2657675" cy="3756743"/>
            <a:chOff x="0" y="0"/>
            <a:chExt cx="5315347" cy="7513484"/>
          </a:xfrm>
        </p:grpSpPr>
        <p:sp>
          <p:nvSpPr>
            <p:cNvPr id="178" name="Google Shape;178;p11"/>
            <p:cNvSpPr/>
            <p:nvPr/>
          </p:nvSpPr>
          <p:spPr>
            <a:xfrm>
              <a:off x="7144" y="0"/>
              <a:ext cx="5301061" cy="7513482"/>
            </a:xfrm>
            <a:prstGeom prst="roundRect">
              <a:avLst>
                <a:gd name="adj" fmla="val 7187"/>
              </a:avLst>
            </a:prstGeom>
            <a:solidFill>
              <a:srgbClr val="343843"/>
            </a:solidFill>
            <a:ln>
              <a:noFill/>
            </a:ln>
            <a:effectLst>
              <a:outerShdw blurRad="762000" dist="381000" dir="5400000" rotWithShape="0">
                <a:srgbClr val="0D2845">
                  <a:alpha val="34117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0" y="4936729"/>
              <a:ext cx="5315347" cy="257675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80" name="Google Shape;180;p11" descr="Corrie-Conrad_headshot 1.png"/>
            <p:cNvPicPr preferRelativeResize="0"/>
            <p:nvPr/>
          </p:nvPicPr>
          <p:blipFill rotWithShape="1">
            <a:blip r:embed="rId4">
              <a:alphaModFix/>
            </a:blip>
            <a:srcRect l="1170" t="5576" r="1133" b="3682"/>
            <a:stretch/>
          </p:blipFill>
          <p:spPr>
            <a:xfrm>
              <a:off x="0" y="0"/>
              <a:ext cx="5315347" cy="4936729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125"/>
                  </a:cubicBezTo>
                  <a:cubicBezTo>
                    <a:pt x="577" y="282"/>
                    <a:pt x="262" y="621"/>
                    <a:pt x="116" y="1052"/>
                  </a:cubicBezTo>
                  <a:cubicBezTo>
                    <a:pt x="0" y="1351"/>
                    <a:pt x="0" y="1800"/>
                    <a:pt x="0" y="2547"/>
                  </a:cubicBezTo>
                  <a:lnTo>
                    <a:pt x="0" y="21600"/>
                  </a:lnTo>
                  <a:lnTo>
                    <a:pt x="21599" y="21600"/>
                  </a:lnTo>
                  <a:lnTo>
                    <a:pt x="21599" y="2547"/>
                  </a:lnTo>
                  <a:cubicBezTo>
                    <a:pt x="21599" y="1800"/>
                    <a:pt x="21600" y="1351"/>
                    <a:pt x="21484" y="1052"/>
                  </a:cubicBezTo>
                  <a:cubicBezTo>
                    <a:pt x="21338" y="621"/>
                    <a:pt x="21022" y="282"/>
                    <a:pt x="20621" y="12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181" name="Google Shape;181;p11"/>
            <p:cNvSpPr txBox="1"/>
            <p:nvPr/>
          </p:nvSpPr>
          <p:spPr>
            <a:xfrm>
              <a:off x="758114" y="5250481"/>
              <a:ext cx="3799116" cy="1949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Corrie Conrad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Executive Director, Box.org</a:t>
              </a:r>
              <a:endPara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SHE/HER</a:t>
              </a:r>
              <a:endParaRPr sz="9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2" name="Google Shape;182;p11"/>
          <p:cNvGrpSpPr/>
          <p:nvPr/>
        </p:nvGrpSpPr>
        <p:grpSpPr>
          <a:xfrm>
            <a:off x="7623770" y="1132207"/>
            <a:ext cx="2659460" cy="3756742"/>
            <a:chOff x="0" y="0"/>
            <a:chExt cx="5318918" cy="7513482"/>
          </a:xfrm>
        </p:grpSpPr>
        <p:sp>
          <p:nvSpPr>
            <p:cNvPr id="183" name="Google Shape;183;p11"/>
            <p:cNvSpPr/>
            <p:nvPr/>
          </p:nvSpPr>
          <p:spPr>
            <a:xfrm>
              <a:off x="10714" y="0"/>
              <a:ext cx="5301060" cy="7513482"/>
            </a:xfrm>
            <a:prstGeom prst="roundRect">
              <a:avLst>
                <a:gd name="adj" fmla="val 7187"/>
              </a:avLst>
            </a:prstGeom>
            <a:solidFill>
              <a:srgbClr val="343843"/>
            </a:solidFill>
            <a:ln>
              <a:noFill/>
            </a:ln>
            <a:effectLst>
              <a:outerShdw blurRad="762000" dist="381000" dir="5400000" rotWithShape="0">
                <a:srgbClr val="0D2845">
                  <a:alpha val="34117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3572" y="4936729"/>
              <a:ext cx="5315346" cy="257675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85" name="Google Shape;185;p11" descr="Jon Herstein_Press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0" y="0"/>
              <a:ext cx="5315347" cy="7240588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85"/>
                  </a:cubicBezTo>
                  <a:cubicBezTo>
                    <a:pt x="577" y="192"/>
                    <a:pt x="262" y="423"/>
                    <a:pt x="116" y="717"/>
                  </a:cubicBezTo>
                  <a:cubicBezTo>
                    <a:pt x="0" y="921"/>
                    <a:pt x="0" y="1227"/>
                    <a:pt x="0" y="1737"/>
                  </a:cubicBezTo>
                  <a:lnTo>
                    <a:pt x="0" y="14727"/>
                  </a:lnTo>
                  <a:lnTo>
                    <a:pt x="21599" y="14727"/>
                  </a:lnTo>
                  <a:lnTo>
                    <a:pt x="21599" y="1737"/>
                  </a:lnTo>
                  <a:cubicBezTo>
                    <a:pt x="21599" y="1227"/>
                    <a:pt x="21600" y="921"/>
                    <a:pt x="21484" y="717"/>
                  </a:cubicBezTo>
                  <a:cubicBezTo>
                    <a:pt x="21338" y="423"/>
                    <a:pt x="21022" y="192"/>
                    <a:pt x="20621" y="8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  <a:moveTo>
                    <a:pt x="1527" y="21589"/>
                  </a:moveTo>
                  <a:cubicBezTo>
                    <a:pt x="1751" y="21600"/>
                    <a:pt x="2025" y="21600"/>
                    <a:pt x="2367" y="21600"/>
                  </a:cubicBezTo>
                  <a:lnTo>
                    <a:pt x="2601" y="21600"/>
                  </a:lnTo>
                  <a:cubicBezTo>
                    <a:pt x="2163" y="21600"/>
                    <a:pt x="1812" y="21600"/>
                    <a:pt x="1527" y="21589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186" name="Google Shape;186;p11"/>
            <p:cNvSpPr txBox="1"/>
            <p:nvPr/>
          </p:nvSpPr>
          <p:spPr>
            <a:xfrm>
              <a:off x="1035800" y="5304341"/>
              <a:ext cx="3250889" cy="1841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Jon Herstein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Chief Customer Officer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HE/HIM</a:t>
              </a:r>
              <a:endParaRPr sz="9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87" name="Google Shape;187;p11">
            <a:hlinkClick r:id="rId6"/>
          </p:cNvPr>
          <p:cNvSpPr/>
          <p:nvPr/>
        </p:nvSpPr>
        <p:spPr>
          <a:xfrm>
            <a:off x="3537905" y="5864176"/>
            <a:ext cx="5715000" cy="346124"/>
          </a:xfrm>
          <a:prstGeom prst="roundRect">
            <a:avLst>
              <a:gd name="adj" fmla="val 50000"/>
            </a:avLst>
          </a:prstGeom>
          <a:solidFill>
            <a:srgbClr val="F5B3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Tip: The use of pronouns is optional but highly encouraged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2"/>
          <p:cNvGrpSpPr/>
          <p:nvPr/>
        </p:nvGrpSpPr>
        <p:grpSpPr>
          <a:xfrm>
            <a:off x="4767163" y="1132207"/>
            <a:ext cx="2657675" cy="3756743"/>
            <a:chOff x="0" y="0"/>
            <a:chExt cx="5315347" cy="7513484"/>
          </a:xfrm>
        </p:grpSpPr>
        <p:sp>
          <p:nvSpPr>
            <p:cNvPr id="194" name="Google Shape;194;p12"/>
            <p:cNvSpPr/>
            <p:nvPr/>
          </p:nvSpPr>
          <p:spPr>
            <a:xfrm>
              <a:off x="7144" y="0"/>
              <a:ext cx="5301061" cy="7513482"/>
            </a:xfrm>
            <a:prstGeom prst="roundRect">
              <a:avLst>
                <a:gd name="adj" fmla="val 7187"/>
              </a:avLst>
            </a:prstGeom>
            <a:solidFill>
              <a:srgbClr val="343843"/>
            </a:solidFill>
            <a:ln>
              <a:noFill/>
            </a:ln>
            <a:effectLst>
              <a:outerShdw blurRad="762000" dist="381000" dir="5400000" rotWithShape="0">
                <a:srgbClr val="0D2845">
                  <a:alpha val="34117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5" name="Google Shape;195;p12"/>
            <p:cNvSpPr/>
            <p:nvPr/>
          </p:nvSpPr>
          <p:spPr>
            <a:xfrm>
              <a:off x="0" y="4936729"/>
              <a:ext cx="5315347" cy="2576755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96" name="Google Shape;196;p12" descr="Corrie-Conrad_headshot 1.png"/>
            <p:cNvPicPr preferRelativeResize="0"/>
            <p:nvPr/>
          </p:nvPicPr>
          <p:blipFill rotWithShape="1">
            <a:blip r:embed="rId3">
              <a:alphaModFix/>
            </a:blip>
            <a:srcRect l="1170" t="5576" r="1133" b="3682"/>
            <a:stretch/>
          </p:blipFill>
          <p:spPr>
            <a:xfrm>
              <a:off x="0" y="0"/>
              <a:ext cx="5315347" cy="4936729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125"/>
                  </a:cubicBezTo>
                  <a:cubicBezTo>
                    <a:pt x="577" y="282"/>
                    <a:pt x="262" y="621"/>
                    <a:pt x="116" y="1052"/>
                  </a:cubicBezTo>
                  <a:cubicBezTo>
                    <a:pt x="0" y="1351"/>
                    <a:pt x="0" y="1800"/>
                    <a:pt x="0" y="2547"/>
                  </a:cubicBezTo>
                  <a:lnTo>
                    <a:pt x="0" y="21600"/>
                  </a:lnTo>
                  <a:lnTo>
                    <a:pt x="21599" y="21600"/>
                  </a:lnTo>
                  <a:lnTo>
                    <a:pt x="21599" y="2547"/>
                  </a:lnTo>
                  <a:cubicBezTo>
                    <a:pt x="21599" y="1800"/>
                    <a:pt x="21600" y="1351"/>
                    <a:pt x="21484" y="1052"/>
                  </a:cubicBezTo>
                  <a:cubicBezTo>
                    <a:pt x="21338" y="621"/>
                    <a:pt x="21022" y="282"/>
                    <a:pt x="20621" y="12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197" name="Google Shape;197;p12"/>
            <p:cNvSpPr txBox="1"/>
            <p:nvPr/>
          </p:nvSpPr>
          <p:spPr>
            <a:xfrm>
              <a:off x="758114" y="5250481"/>
              <a:ext cx="3799116" cy="19492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Corrie Conrad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Executive Director, Box.org</a:t>
              </a:r>
              <a:endPara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SHE/HER</a:t>
              </a:r>
              <a:endParaRPr sz="9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8" name="Google Shape;198;p12"/>
          <p:cNvGrpSpPr/>
          <p:nvPr/>
        </p:nvGrpSpPr>
        <p:grpSpPr>
          <a:xfrm>
            <a:off x="7623770" y="1132207"/>
            <a:ext cx="2659460" cy="3756742"/>
            <a:chOff x="0" y="0"/>
            <a:chExt cx="5318918" cy="7513482"/>
          </a:xfrm>
        </p:grpSpPr>
        <p:sp>
          <p:nvSpPr>
            <p:cNvPr id="199" name="Google Shape;199;p12"/>
            <p:cNvSpPr/>
            <p:nvPr/>
          </p:nvSpPr>
          <p:spPr>
            <a:xfrm>
              <a:off x="10714" y="0"/>
              <a:ext cx="5301060" cy="7513482"/>
            </a:xfrm>
            <a:prstGeom prst="roundRect">
              <a:avLst>
                <a:gd name="adj" fmla="val 7187"/>
              </a:avLst>
            </a:prstGeom>
            <a:solidFill>
              <a:srgbClr val="343843"/>
            </a:solidFill>
            <a:ln>
              <a:noFill/>
            </a:ln>
            <a:effectLst>
              <a:outerShdw blurRad="762000" dist="381000" dir="5400000" rotWithShape="0">
                <a:srgbClr val="0D2845">
                  <a:alpha val="34117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SHADOW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3572" y="4936729"/>
              <a:ext cx="5315346" cy="257675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16138"/>
                  </a:lnTo>
                  <a:cubicBezTo>
                    <a:pt x="0" y="17740"/>
                    <a:pt x="0" y="18704"/>
                    <a:pt x="116" y="19345"/>
                  </a:cubicBezTo>
                  <a:cubicBezTo>
                    <a:pt x="262" y="20269"/>
                    <a:pt x="577" y="20996"/>
                    <a:pt x="977" y="21332"/>
                  </a:cubicBezTo>
                  <a:cubicBezTo>
                    <a:pt x="1255" y="21600"/>
                    <a:pt x="1671" y="21600"/>
                    <a:pt x="2366" y="21600"/>
                  </a:cubicBezTo>
                  <a:lnTo>
                    <a:pt x="19234" y="21600"/>
                  </a:lnTo>
                  <a:cubicBezTo>
                    <a:pt x="19929" y="21600"/>
                    <a:pt x="20345" y="21600"/>
                    <a:pt x="20623" y="21332"/>
                  </a:cubicBezTo>
                  <a:cubicBezTo>
                    <a:pt x="21023" y="20996"/>
                    <a:pt x="21338" y="20269"/>
                    <a:pt x="21484" y="19345"/>
                  </a:cubicBezTo>
                  <a:cubicBezTo>
                    <a:pt x="21600" y="18704"/>
                    <a:pt x="21600" y="17740"/>
                    <a:pt x="21600" y="16138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3233"/>
            </a:solidFill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201" name="Google Shape;201;p12" descr="Jon Herstein_Press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5315347" cy="7240588"/>
            </a:xfrm>
            <a:custGeom>
              <a:avLst/>
              <a:gdLst/>
              <a:ahLst/>
              <a:cxnLst/>
              <a:rect l="l" t="t" r="r" b="b"/>
              <a:pathLst>
                <a:path w="21599" h="21600" extrusionOk="0">
                  <a:moveTo>
                    <a:pt x="2367" y="0"/>
                  </a:moveTo>
                  <a:cubicBezTo>
                    <a:pt x="1673" y="0"/>
                    <a:pt x="1255" y="0"/>
                    <a:pt x="977" y="85"/>
                  </a:cubicBezTo>
                  <a:cubicBezTo>
                    <a:pt x="577" y="192"/>
                    <a:pt x="262" y="423"/>
                    <a:pt x="116" y="717"/>
                  </a:cubicBezTo>
                  <a:cubicBezTo>
                    <a:pt x="0" y="921"/>
                    <a:pt x="0" y="1227"/>
                    <a:pt x="0" y="1737"/>
                  </a:cubicBezTo>
                  <a:lnTo>
                    <a:pt x="0" y="14727"/>
                  </a:lnTo>
                  <a:lnTo>
                    <a:pt x="21599" y="14727"/>
                  </a:lnTo>
                  <a:lnTo>
                    <a:pt x="21599" y="1737"/>
                  </a:lnTo>
                  <a:cubicBezTo>
                    <a:pt x="21599" y="1227"/>
                    <a:pt x="21600" y="921"/>
                    <a:pt x="21484" y="717"/>
                  </a:cubicBezTo>
                  <a:cubicBezTo>
                    <a:pt x="21338" y="423"/>
                    <a:pt x="21022" y="192"/>
                    <a:pt x="20621" y="85"/>
                  </a:cubicBezTo>
                  <a:cubicBezTo>
                    <a:pt x="20343" y="0"/>
                    <a:pt x="19927" y="0"/>
                    <a:pt x="19233" y="0"/>
                  </a:cubicBezTo>
                  <a:lnTo>
                    <a:pt x="2367" y="0"/>
                  </a:lnTo>
                  <a:close/>
                  <a:moveTo>
                    <a:pt x="1527" y="21589"/>
                  </a:moveTo>
                  <a:cubicBezTo>
                    <a:pt x="1751" y="21600"/>
                    <a:pt x="2025" y="21600"/>
                    <a:pt x="2367" y="21600"/>
                  </a:cubicBezTo>
                  <a:lnTo>
                    <a:pt x="2601" y="21600"/>
                  </a:lnTo>
                  <a:cubicBezTo>
                    <a:pt x="2163" y="21600"/>
                    <a:pt x="1812" y="21600"/>
                    <a:pt x="1527" y="21589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202" name="Google Shape;202;p12"/>
            <p:cNvSpPr txBox="1"/>
            <p:nvPr/>
          </p:nvSpPr>
          <p:spPr>
            <a:xfrm>
              <a:off x="1035800" y="5304341"/>
              <a:ext cx="3250889" cy="1841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Jon Herstein</a:t>
              </a:r>
              <a:endParaRPr sz="16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Chief Customer Officer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Box</a:t>
              </a:r>
              <a:endParaRPr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FEFFFF"/>
                  </a:solidFill>
                  <a:latin typeface="Inter"/>
                  <a:ea typeface="Inter"/>
                  <a:cs typeface="Inter"/>
                  <a:sym typeface="Inter"/>
                </a:rPr>
                <a:t>HE/HIM</a:t>
              </a:r>
              <a:endParaRPr sz="9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03" name="Google Shape;203;p12"/>
          <p:cNvSpPr txBox="1"/>
          <p:nvPr/>
        </p:nvSpPr>
        <p:spPr>
          <a:xfrm>
            <a:off x="852852" y="2549550"/>
            <a:ext cx="3715379" cy="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Lato"/>
              <a:buNone/>
            </a:pPr>
            <a:r>
              <a:rPr lang="en-US" sz="1800" b="1" i="0" u="none" strike="noStrike" cap="none">
                <a:solidFill>
                  <a:srgbClr val="FFC000"/>
                </a:solidFill>
                <a:latin typeface="Inter"/>
                <a:ea typeface="Inter"/>
                <a:cs typeface="Inter"/>
                <a:sym typeface="Inter"/>
              </a:rPr>
              <a:t>EYEBROW</a:t>
            </a:r>
            <a:br>
              <a:rPr lang="en-US" sz="3200" b="1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32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Slide title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 b="1">
                <a:solidFill>
                  <a:schemeClr val="dk2"/>
                </a:solidFill>
              </a:rPr>
              <a:t>CONTENT</a:t>
            </a:r>
            <a:endParaRPr sz="4400">
              <a:solidFill>
                <a:schemeClr val="dk2"/>
              </a:solidFill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1 column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" name="Google Shape;215;p14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1444496" y="1530095"/>
            <a:ext cx="9290912" cy="168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1444496" y="3575437"/>
            <a:ext cx="9290912" cy="1328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Lorem ipsum dolor sit amet, </a:t>
            </a: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2 column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15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15"/>
          <p:cNvSpPr txBox="1"/>
          <p:nvPr/>
        </p:nvSpPr>
        <p:spPr>
          <a:xfrm>
            <a:off x="1456591" y="1510735"/>
            <a:ext cx="4553712" cy="223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15"/>
          <p:cNvSpPr txBox="1"/>
          <p:nvPr/>
        </p:nvSpPr>
        <p:spPr>
          <a:xfrm>
            <a:off x="6181697" y="1485900"/>
            <a:ext cx="4553712" cy="2159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Lorem ipsum dolor sit amet, </a:t>
            </a: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1/3:2/3 column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p16"/>
          <p:cNvSpPr txBox="1"/>
          <p:nvPr/>
        </p:nvSpPr>
        <p:spPr>
          <a:xfrm>
            <a:off x="4650658" y="1530095"/>
            <a:ext cx="6634844" cy="168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16"/>
          <p:cNvSpPr txBox="1"/>
          <p:nvPr/>
        </p:nvSpPr>
        <p:spPr>
          <a:xfrm>
            <a:off x="4650658" y="3575437"/>
            <a:ext cx="6634844" cy="160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</a:t>
            </a:r>
            <a:r>
              <a:rPr lang="en-US"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Lorem ipsum dolor sit amet, </a:t>
            </a: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838200" y="1485900"/>
            <a:ext cx="3276600" cy="177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consectur adipiscing elit, sed do eiusmod</a:t>
            </a: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17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4-up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0" name="Google Shape;240;p17"/>
          <p:cNvGrpSpPr/>
          <p:nvPr/>
        </p:nvGrpSpPr>
        <p:grpSpPr>
          <a:xfrm>
            <a:off x="628650" y="1773936"/>
            <a:ext cx="2667000" cy="3111501"/>
            <a:chOff x="628650" y="1930660"/>
            <a:chExt cx="2667000" cy="3111501"/>
          </a:xfrm>
        </p:grpSpPr>
        <p:sp>
          <p:nvSpPr>
            <p:cNvPr id="241" name="Google Shape;241;p17"/>
            <p:cNvSpPr/>
            <p:nvPr/>
          </p:nvSpPr>
          <p:spPr>
            <a:xfrm>
              <a:off x="6286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2" name="Google Shape;242;p17"/>
            <p:cNvSpPr txBox="1"/>
            <p:nvPr/>
          </p:nvSpPr>
          <p:spPr>
            <a:xfrm>
              <a:off x="860985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2000" b="1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Header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  <a:buNone/>
              </a:pPr>
              <a:r>
                <a:rPr lang="en-US" sz="1600" b="0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Lorem ipsum dolor sit amet, consectetur adipiscing Lorem ipsum dolor sit amet, consetur adipiscing Lorem ipsum dolor sit amet, coctetur adipiscing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3" name="Google Shape;243;p17"/>
          <p:cNvGrpSpPr/>
          <p:nvPr/>
        </p:nvGrpSpPr>
        <p:grpSpPr>
          <a:xfrm>
            <a:off x="3486150" y="1773936"/>
            <a:ext cx="2667000" cy="3111501"/>
            <a:chOff x="3486150" y="1930660"/>
            <a:chExt cx="2667000" cy="3111501"/>
          </a:xfrm>
        </p:grpSpPr>
        <p:sp>
          <p:nvSpPr>
            <p:cNvPr id="244" name="Google Shape;244;p17"/>
            <p:cNvSpPr/>
            <p:nvPr/>
          </p:nvSpPr>
          <p:spPr>
            <a:xfrm>
              <a:off x="34861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5" name="Google Shape;245;p17"/>
            <p:cNvSpPr txBox="1"/>
            <p:nvPr/>
          </p:nvSpPr>
          <p:spPr>
            <a:xfrm>
              <a:off x="3718485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2000" b="1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Header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  <a:buNone/>
              </a:pPr>
              <a:r>
                <a:rPr lang="en-US" sz="1600" b="0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Lorem ipsum dolor sit amet, consectetur adipiscing Lorem ipsum dolor sit amet, consetur adipiscing Lorem ipsum dolor sit amet, coctetur adipiscing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6" name="Google Shape;246;p17"/>
          <p:cNvGrpSpPr/>
          <p:nvPr/>
        </p:nvGrpSpPr>
        <p:grpSpPr>
          <a:xfrm>
            <a:off x="6343650" y="1773936"/>
            <a:ext cx="2667000" cy="3111501"/>
            <a:chOff x="6343650" y="1930660"/>
            <a:chExt cx="2667000" cy="3111501"/>
          </a:xfrm>
        </p:grpSpPr>
        <p:sp>
          <p:nvSpPr>
            <p:cNvPr id="247" name="Google Shape;247;p17"/>
            <p:cNvSpPr/>
            <p:nvPr/>
          </p:nvSpPr>
          <p:spPr>
            <a:xfrm>
              <a:off x="63436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8" name="Google Shape;248;p17"/>
            <p:cNvSpPr txBox="1"/>
            <p:nvPr/>
          </p:nvSpPr>
          <p:spPr>
            <a:xfrm>
              <a:off x="6575985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2000" b="1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Header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  <a:buNone/>
              </a:pPr>
              <a:r>
                <a:rPr lang="en-US" sz="1600" b="0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Lorem ipsum dolor sit amet, consectetur adipiscing Lorem ipsum dolor sit amet, consetur adipiscing Lorem ipsum dolor sit amet, coctetur adipiscing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9" name="Google Shape;249;p17"/>
          <p:cNvGrpSpPr/>
          <p:nvPr/>
        </p:nvGrpSpPr>
        <p:grpSpPr>
          <a:xfrm>
            <a:off x="9201150" y="1773936"/>
            <a:ext cx="2667000" cy="3111501"/>
            <a:chOff x="9201150" y="1930660"/>
            <a:chExt cx="2667000" cy="3111501"/>
          </a:xfrm>
        </p:grpSpPr>
        <p:sp>
          <p:nvSpPr>
            <p:cNvPr id="250" name="Google Shape;250;p17"/>
            <p:cNvSpPr/>
            <p:nvPr/>
          </p:nvSpPr>
          <p:spPr>
            <a:xfrm>
              <a:off x="9201150" y="1930660"/>
              <a:ext cx="2667000" cy="3111501"/>
            </a:xfrm>
            <a:prstGeom prst="roundRect">
              <a:avLst>
                <a:gd name="adj" fmla="val 7143"/>
              </a:avLst>
            </a:prstGeom>
            <a:solidFill>
              <a:schemeClr val="dk1"/>
            </a:solidFill>
            <a:ln>
              <a:noFill/>
            </a:ln>
            <a:effectLst>
              <a:outerShdw blurRad="317500" dist="63500" dir="2700000" algn="tl" rotWithShape="0">
                <a:srgbClr val="000000">
                  <a:alpha val="23921"/>
                </a:srgbClr>
              </a:outerShdw>
            </a:effectLst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FF7CC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51" name="Google Shape;251;p17"/>
            <p:cNvSpPr txBox="1"/>
            <p:nvPr/>
          </p:nvSpPr>
          <p:spPr>
            <a:xfrm>
              <a:off x="9433484" y="2176750"/>
              <a:ext cx="2286000" cy="2146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CFD"/>
                </a:buClr>
                <a:buSzPts val="2000"/>
                <a:buFont typeface="Lato"/>
                <a:buNone/>
              </a:pPr>
              <a:r>
                <a:rPr lang="en-US" sz="2000" b="1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Header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FFFCFD"/>
                </a:buClr>
                <a:buSzPts val="1600"/>
                <a:buFont typeface="Lato"/>
                <a:buNone/>
              </a:pPr>
              <a:r>
                <a:rPr lang="en-US" sz="1600" b="0" i="0" u="none" strike="noStrike" cap="none">
                  <a:solidFill>
                    <a:srgbClr val="FFFCFD"/>
                  </a:solidFill>
                  <a:latin typeface="Inter"/>
                  <a:ea typeface="Inter"/>
                  <a:cs typeface="Inter"/>
                  <a:sym typeface="Inter"/>
                </a:rPr>
                <a:t>Lorem ipsum dolor sit amet, consectetur adipiscing Lorem ipsum dolor sit amet, consetur adipiscing Lorem ipsum dolor sit amet, coctetur adipiscing</a:t>
              </a:r>
              <a:endParaRPr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Google Shape;257;p18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3-up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476250" y="1778000"/>
            <a:ext cx="3619500" cy="3111500"/>
          </a:xfrm>
          <a:prstGeom prst="roundRect">
            <a:avLst>
              <a:gd name="adj" fmla="val 6122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8095452" y="1773936"/>
            <a:ext cx="3619501" cy="3111500"/>
          </a:xfrm>
          <a:prstGeom prst="roundRect">
            <a:avLst>
              <a:gd name="adj" fmla="val 6122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4286250" y="1778000"/>
            <a:ext cx="3619500" cy="3111500"/>
          </a:xfrm>
          <a:prstGeom prst="roundRect">
            <a:avLst>
              <a:gd name="adj" fmla="val 6122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708586" y="2771930"/>
            <a:ext cx="3193944" cy="178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</a:t>
            </a: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2" name="Google Shape;262;p18" descr="Icon_Plane.png"/>
          <p:cNvPicPr preferRelativeResize="0"/>
          <p:nvPr/>
        </p:nvPicPr>
        <p:blipFill rotWithShape="1">
          <a:blip r:embed="rId3">
            <a:alphaModFix/>
          </a:blip>
          <a:srcRect l="164" r="164"/>
          <a:stretch/>
        </p:blipFill>
        <p:spPr>
          <a:xfrm>
            <a:off x="711336" y="2008464"/>
            <a:ext cx="635001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8" descr="Icon_3-Tier.png"/>
          <p:cNvPicPr preferRelativeResize="0"/>
          <p:nvPr/>
        </p:nvPicPr>
        <p:blipFill rotWithShape="1">
          <a:blip r:embed="rId4">
            <a:alphaModFix/>
          </a:blip>
          <a:srcRect l="164" r="164"/>
          <a:stretch/>
        </p:blipFill>
        <p:spPr>
          <a:xfrm>
            <a:off x="4520931" y="2008464"/>
            <a:ext cx="635001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8" descr="Line graph-v2a.png"/>
          <p:cNvPicPr preferRelativeResize="0"/>
          <p:nvPr/>
        </p:nvPicPr>
        <p:blipFill rotWithShape="1">
          <a:blip r:embed="rId5">
            <a:alphaModFix/>
          </a:blip>
          <a:srcRect l="164" r="164"/>
          <a:stretch/>
        </p:blipFill>
        <p:spPr>
          <a:xfrm>
            <a:off x="8330134" y="2008464"/>
            <a:ext cx="635001" cy="6350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8"/>
          <p:cNvSpPr txBox="1"/>
          <p:nvPr/>
        </p:nvSpPr>
        <p:spPr>
          <a:xfrm>
            <a:off x="4518180" y="2771930"/>
            <a:ext cx="3193943" cy="165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consecur adipiscing Lorem ipsum dolor it amet, consectetur adipiscing 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8327383" y="2771930"/>
            <a:ext cx="3193944" cy="178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 onsectetur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</a:t>
            </a: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/>
          <p:nvPr/>
        </p:nvSpPr>
        <p:spPr>
          <a:xfrm>
            <a:off x="7636329" y="1778260"/>
            <a:ext cx="2667000" cy="4444740"/>
          </a:xfrm>
          <a:prstGeom prst="roundRect">
            <a:avLst>
              <a:gd name="adj" fmla="val 7143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7634654" y="4470400"/>
            <a:ext cx="2667000" cy="1752600"/>
          </a:xfrm>
          <a:prstGeom prst="round2SameRect">
            <a:avLst>
              <a:gd name="adj1" fmla="val 0"/>
              <a:gd name="adj2" fmla="val 9723"/>
            </a:avLst>
          </a:prstGeom>
          <a:gradFill>
            <a:gsLst>
              <a:gs pos="0">
                <a:srgbClr val="F7F7F7"/>
              </a:gs>
              <a:gs pos="100000">
                <a:srgbClr val="E7EAE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4762500" y="1778260"/>
            <a:ext cx="2667000" cy="4444740"/>
          </a:xfrm>
          <a:prstGeom prst="roundRect">
            <a:avLst>
              <a:gd name="adj" fmla="val 7143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5" name="Google Shape;275;p19"/>
          <p:cNvSpPr/>
          <p:nvPr/>
        </p:nvSpPr>
        <p:spPr>
          <a:xfrm>
            <a:off x="4762500" y="4470400"/>
            <a:ext cx="2667000" cy="1752600"/>
          </a:xfrm>
          <a:prstGeom prst="round2SameRect">
            <a:avLst>
              <a:gd name="adj1" fmla="val 0"/>
              <a:gd name="adj2" fmla="val 9723"/>
            </a:avLst>
          </a:prstGeom>
          <a:gradFill>
            <a:gsLst>
              <a:gs pos="0">
                <a:srgbClr val="F7F7F7"/>
              </a:gs>
              <a:gs pos="100000">
                <a:srgbClr val="E7EAE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6" name="Google Shape;276;p19"/>
          <p:cNvSpPr/>
          <p:nvPr/>
        </p:nvSpPr>
        <p:spPr>
          <a:xfrm>
            <a:off x="1907332" y="1778260"/>
            <a:ext cx="2667000" cy="4444740"/>
          </a:xfrm>
          <a:prstGeom prst="roundRect">
            <a:avLst>
              <a:gd name="adj" fmla="val 7143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1907332" y="4470400"/>
            <a:ext cx="2667000" cy="1752600"/>
          </a:xfrm>
          <a:prstGeom prst="round2SameRect">
            <a:avLst>
              <a:gd name="adj1" fmla="val 0"/>
              <a:gd name="adj2" fmla="val 972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Google Shape;278;p19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 with images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19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3-up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7966456" y="4741490"/>
            <a:ext cx="1974083" cy="1248520"/>
          </a:xfrm>
          <a:prstGeom prst="roundRect">
            <a:avLst>
              <a:gd name="adj" fmla="val 4348"/>
            </a:avLst>
          </a:prstGeom>
          <a:solidFill>
            <a:srgbClr val="2486FC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Google Shape;281;p19"/>
          <p:cNvSpPr txBox="1"/>
          <p:nvPr/>
        </p:nvSpPr>
        <p:spPr>
          <a:xfrm>
            <a:off x="2137333" y="2054330"/>
            <a:ext cx="2212848" cy="202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</a:t>
            </a: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Google Shape;282;p19"/>
          <p:cNvSpPr txBox="1"/>
          <p:nvPr/>
        </p:nvSpPr>
        <p:spPr>
          <a:xfrm>
            <a:off x="4994833" y="2054330"/>
            <a:ext cx="2212848" cy="233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</a:t>
            </a: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91C2FD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Consectetur adipiscing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endParaRPr sz="16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Google Shape;283;p19"/>
          <p:cNvSpPr txBox="1"/>
          <p:nvPr/>
        </p:nvSpPr>
        <p:spPr>
          <a:xfrm>
            <a:off x="7852333" y="2054330"/>
            <a:ext cx="2212848" cy="2146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CFD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Lorem ipsum dolor sit amet, consetur adipiscing Lorem ipsum dolor sit amet, coctetur adipiscing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84" name="Google Shape;284;p19" descr="Google Shape;1248;g2410122e98f_0_3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3104" y="5438766"/>
            <a:ext cx="538744" cy="37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9" descr="Google Shape;1249;g2410122e98f_0_3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0417" y="4967950"/>
            <a:ext cx="787824" cy="199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9" descr="Google Shape;1304;g2410122e98f_0_3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7416" y="4737594"/>
            <a:ext cx="650121" cy="650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9" descr="Zoom Logo, symbol, meaning, history, PNG, bran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7722" y="5447203"/>
            <a:ext cx="653214" cy="367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9" descr="All Files@2x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63327" y="4635500"/>
            <a:ext cx="1419584" cy="887240"/>
          </a:xfrm>
          <a:custGeom>
            <a:avLst/>
            <a:gdLst/>
            <a:ahLst/>
            <a:cxnLst/>
            <a:rect l="l" t="t" r="r" b="b"/>
            <a:pathLst>
              <a:path w="21600" h="21599" extrusionOk="0">
                <a:moveTo>
                  <a:pt x="431" y="0"/>
                </a:moveTo>
                <a:cubicBezTo>
                  <a:pt x="305" y="0"/>
                  <a:pt x="229" y="-1"/>
                  <a:pt x="179" y="33"/>
                </a:cubicBezTo>
                <a:cubicBezTo>
                  <a:pt x="106" y="75"/>
                  <a:pt x="48" y="168"/>
                  <a:pt x="21" y="285"/>
                </a:cubicBezTo>
                <a:cubicBezTo>
                  <a:pt x="0" y="366"/>
                  <a:pt x="0" y="487"/>
                  <a:pt x="0" y="689"/>
                </a:cubicBezTo>
                <a:lnTo>
                  <a:pt x="0" y="20908"/>
                </a:lnTo>
                <a:cubicBezTo>
                  <a:pt x="0" y="21111"/>
                  <a:pt x="0" y="21233"/>
                  <a:pt x="21" y="21314"/>
                </a:cubicBezTo>
                <a:cubicBezTo>
                  <a:pt x="48" y="21431"/>
                  <a:pt x="106" y="21522"/>
                  <a:pt x="179" y="21565"/>
                </a:cubicBezTo>
                <a:cubicBezTo>
                  <a:pt x="229" y="21598"/>
                  <a:pt x="305" y="21599"/>
                  <a:pt x="431" y="21599"/>
                </a:cubicBezTo>
                <a:lnTo>
                  <a:pt x="21168" y="21599"/>
                </a:lnTo>
                <a:cubicBezTo>
                  <a:pt x="21295" y="21599"/>
                  <a:pt x="21371" y="21598"/>
                  <a:pt x="21422" y="21565"/>
                </a:cubicBezTo>
                <a:cubicBezTo>
                  <a:pt x="21495" y="21522"/>
                  <a:pt x="21552" y="21431"/>
                  <a:pt x="21578" y="21314"/>
                </a:cubicBezTo>
                <a:cubicBezTo>
                  <a:pt x="21600" y="21233"/>
                  <a:pt x="21600" y="21111"/>
                  <a:pt x="21600" y="20908"/>
                </a:cubicBezTo>
                <a:lnTo>
                  <a:pt x="21600" y="689"/>
                </a:lnTo>
                <a:cubicBezTo>
                  <a:pt x="21600" y="487"/>
                  <a:pt x="21600" y="366"/>
                  <a:pt x="21578" y="285"/>
                </a:cubicBezTo>
                <a:cubicBezTo>
                  <a:pt x="21552" y="168"/>
                  <a:pt x="21495" y="75"/>
                  <a:pt x="21422" y="33"/>
                </a:cubicBezTo>
                <a:cubicBezTo>
                  <a:pt x="21371" y="-1"/>
                  <a:pt x="21295" y="0"/>
                  <a:pt x="21168" y="0"/>
                </a:cubicBezTo>
                <a:lnTo>
                  <a:pt x="431" y="0"/>
                </a:lnTo>
                <a:close/>
              </a:path>
            </a:pathLst>
          </a:custGeom>
          <a:noFill/>
          <a:ln>
            <a:noFill/>
          </a:ln>
          <a:effectLst>
            <a:outerShdw blurRad="127000" dist="63500" dir="5400000" algn="t" rotWithShape="0">
              <a:srgbClr val="003C84">
                <a:alpha val="77254"/>
              </a:srgbClr>
            </a:outerShdw>
          </a:effectLst>
        </p:spPr>
      </p:pic>
      <p:pic>
        <p:nvPicPr>
          <p:cNvPr id="289" name="Google Shape;289;p19" descr="All Files@2x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56743" y="5208760"/>
            <a:ext cx="1419584" cy="887240"/>
          </a:xfrm>
          <a:custGeom>
            <a:avLst/>
            <a:gdLst/>
            <a:ahLst/>
            <a:cxnLst/>
            <a:rect l="l" t="t" r="r" b="b"/>
            <a:pathLst>
              <a:path w="21600" h="21599" extrusionOk="0">
                <a:moveTo>
                  <a:pt x="431" y="0"/>
                </a:moveTo>
                <a:cubicBezTo>
                  <a:pt x="305" y="0"/>
                  <a:pt x="229" y="-1"/>
                  <a:pt x="179" y="33"/>
                </a:cubicBezTo>
                <a:cubicBezTo>
                  <a:pt x="106" y="75"/>
                  <a:pt x="48" y="168"/>
                  <a:pt x="21" y="285"/>
                </a:cubicBezTo>
                <a:cubicBezTo>
                  <a:pt x="0" y="366"/>
                  <a:pt x="0" y="487"/>
                  <a:pt x="0" y="689"/>
                </a:cubicBezTo>
                <a:lnTo>
                  <a:pt x="0" y="20908"/>
                </a:lnTo>
                <a:cubicBezTo>
                  <a:pt x="0" y="21111"/>
                  <a:pt x="0" y="21233"/>
                  <a:pt x="21" y="21314"/>
                </a:cubicBezTo>
                <a:cubicBezTo>
                  <a:pt x="48" y="21431"/>
                  <a:pt x="106" y="21522"/>
                  <a:pt x="179" y="21565"/>
                </a:cubicBezTo>
                <a:cubicBezTo>
                  <a:pt x="229" y="21598"/>
                  <a:pt x="305" y="21599"/>
                  <a:pt x="431" y="21599"/>
                </a:cubicBezTo>
                <a:lnTo>
                  <a:pt x="21168" y="21599"/>
                </a:lnTo>
                <a:cubicBezTo>
                  <a:pt x="21295" y="21599"/>
                  <a:pt x="21371" y="21598"/>
                  <a:pt x="21422" y="21565"/>
                </a:cubicBezTo>
                <a:cubicBezTo>
                  <a:pt x="21495" y="21522"/>
                  <a:pt x="21552" y="21431"/>
                  <a:pt x="21578" y="21314"/>
                </a:cubicBezTo>
                <a:cubicBezTo>
                  <a:pt x="21600" y="21233"/>
                  <a:pt x="21600" y="21111"/>
                  <a:pt x="21600" y="20908"/>
                </a:cubicBezTo>
                <a:lnTo>
                  <a:pt x="21600" y="689"/>
                </a:lnTo>
                <a:cubicBezTo>
                  <a:pt x="21600" y="487"/>
                  <a:pt x="21600" y="366"/>
                  <a:pt x="21578" y="285"/>
                </a:cubicBezTo>
                <a:cubicBezTo>
                  <a:pt x="21552" y="168"/>
                  <a:pt x="21495" y="75"/>
                  <a:pt x="21422" y="33"/>
                </a:cubicBezTo>
                <a:cubicBezTo>
                  <a:pt x="21371" y="-1"/>
                  <a:pt x="21295" y="0"/>
                  <a:pt x="21168" y="0"/>
                </a:cubicBezTo>
                <a:lnTo>
                  <a:pt x="431" y="0"/>
                </a:lnTo>
                <a:close/>
              </a:path>
            </a:pathLst>
          </a:custGeom>
          <a:noFill/>
          <a:ln>
            <a:noFill/>
          </a:ln>
          <a:effectLst>
            <a:outerShdw blurRad="127000" dist="63500" dir="5400000" algn="t" rotWithShape="0">
              <a:srgbClr val="003C84">
                <a:alpha val="77254"/>
              </a:srgbClr>
            </a:outerShdw>
          </a:effectLst>
        </p:spPr>
      </p:pic>
      <p:pic>
        <p:nvPicPr>
          <p:cNvPr id="290" name="Google Shape;290;p1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00815" y="4470400"/>
            <a:ext cx="2670048" cy="1744600"/>
          </a:xfrm>
          <a:prstGeom prst="round2SameRect">
            <a:avLst>
              <a:gd name="adj1" fmla="val 0"/>
              <a:gd name="adj2" fmla="val 8702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Google Shape;296;p20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Set-up: Problems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480819" y="1773936"/>
            <a:ext cx="3626210" cy="3115702"/>
          </a:xfrm>
          <a:prstGeom prst="roundRect">
            <a:avLst>
              <a:gd name="adj" fmla="val 6827"/>
            </a:avLst>
          </a:prstGeom>
          <a:solidFill>
            <a:schemeClr val="accent2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729439" y="3545610"/>
            <a:ext cx="3128970" cy="9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Partial </a:t>
            </a:r>
            <a:b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localized site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99" name="Google Shape;299;p20" descr="Picture 24"/>
          <p:cNvPicPr preferRelativeResize="0"/>
          <p:nvPr/>
        </p:nvPicPr>
        <p:blipFill rotWithShape="1">
          <a:blip r:embed="rId3">
            <a:alphaModFix/>
          </a:blip>
          <a:srcRect l="164" r="164"/>
          <a:stretch/>
        </p:blipFill>
        <p:spPr>
          <a:xfrm>
            <a:off x="1849621" y="2354168"/>
            <a:ext cx="888697" cy="888697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/>
          <p:nvPr/>
        </p:nvSpPr>
        <p:spPr>
          <a:xfrm>
            <a:off x="4285014" y="1773936"/>
            <a:ext cx="3645260" cy="3115704"/>
          </a:xfrm>
          <a:prstGeom prst="roundRect">
            <a:avLst>
              <a:gd name="adj" fmla="val 7735"/>
            </a:avLst>
          </a:prstGeom>
          <a:solidFill>
            <a:schemeClr val="accent2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4543159" y="3545610"/>
            <a:ext cx="3128970" cy="89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Confusing experience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2" name="Google Shape;302;p20" descr="Picture 28"/>
          <p:cNvPicPr preferRelativeResize="0"/>
          <p:nvPr/>
        </p:nvPicPr>
        <p:blipFill rotWithShape="1">
          <a:blip r:embed="rId4">
            <a:alphaModFix/>
          </a:blip>
          <a:srcRect l="164" r="164"/>
          <a:stretch/>
        </p:blipFill>
        <p:spPr>
          <a:xfrm>
            <a:off x="5614823" y="2346783"/>
            <a:ext cx="985636" cy="98563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0"/>
          <p:cNvSpPr/>
          <p:nvPr/>
        </p:nvSpPr>
        <p:spPr>
          <a:xfrm>
            <a:off x="8097672" y="1773936"/>
            <a:ext cx="3645259" cy="3115700"/>
          </a:xfrm>
          <a:prstGeom prst="roundRect">
            <a:avLst>
              <a:gd name="adj" fmla="val 5919"/>
            </a:avLst>
          </a:prstGeom>
          <a:solidFill>
            <a:schemeClr val="accent2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4" name="Google Shape;304;p20" descr="Picture 13"/>
          <p:cNvPicPr preferRelativeResize="0"/>
          <p:nvPr/>
        </p:nvPicPr>
        <p:blipFill rotWithShape="1">
          <a:blip r:embed="rId5">
            <a:alphaModFix/>
          </a:blip>
          <a:srcRect l="164" r="164"/>
          <a:stretch/>
        </p:blipFill>
        <p:spPr>
          <a:xfrm>
            <a:off x="9513206" y="2354168"/>
            <a:ext cx="814277" cy="814277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0"/>
          <p:cNvSpPr txBox="1"/>
          <p:nvPr/>
        </p:nvSpPr>
        <p:spPr>
          <a:xfrm>
            <a:off x="8355816" y="3545610"/>
            <a:ext cx="3128971" cy="9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No traffic acquisition strategy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Framework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1" name="Google Shape;311;p21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Set-up: Solutions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480819" y="1773936"/>
            <a:ext cx="3626210" cy="3115702"/>
          </a:xfrm>
          <a:prstGeom prst="roundRect">
            <a:avLst>
              <a:gd name="adj" fmla="val 6827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729439" y="3545610"/>
            <a:ext cx="3128970" cy="9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Fully </a:t>
            </a:r>
            <a:b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localized site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4" name="Google Shape;314;p21" descr="Picture 24"/>
          <p:cNvPicPr preferRelativeResize="0"/>
          <p:nvPr/>
        </p:nvPicPr>
        <p:blipFill rotWithShape="1">
          <a:blip r:embed="rId3">
            <a:alphaModFix/>
          </a:blip>
          <a:srcRect l="164" r="164"/>
          <a:stretch/>
        </p:blipFill>
        <p:spPr>
          <a:xfrm>
            <a:off x="1849621" y="2354168"/>
            <a:ext cx="888697" cy="888697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1"/>
          <p:cNvSpPr/>
          <p:nvPr/>
        </p:nvSpPr>
        <p:spPr>
          <a:xfrm>
            <a:off x="4285014" y="1773936"/>
            <a:ext cx="3645260" cy="3115704"/>
          </a:xfrm>
          <a:prstGeom prst="roundRect">
            <a:avLst>
              <a:gd name="adj" fmla="val 7735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4543159" y="3545610"/>
            <a:ext cx="3128970" cy="89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Optimized experience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7" name="Google Shape;317;p21" descr="Picture 28"/>
          <p:cNvPicPr preferRelativeResize="0"/>
          <p:nvPr/>
        </p:nvPicPr>
        <p:blipFill rotWithShape="1">
          <a:blip r:embed="rId4">
            <a:alphaModFix/>
          </a:blip>
          <a:srcRect l="164" r="164"/>
          <a:stretch/>
        </p:blipFill>
        <p:spPr>
          <a:xfrm>
            <a:off x="5614823" y="2346783"/>
            <a:ext cx="985636" cy="98563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1"/>
          <p:cNvSpPr/>
          <p:nvPr/>
        </p:nvSpPr>
        <p:spPr>
          <a:xfrm>
            <a:off x="8097672" y="1773936"/>
            <a:ext cx="3645259" cy="3115700"/>
          </a:xfrm>
          <a:prstGeom prst="roundRect">
            <a:avLst>
              <a:gd name="adj" fmla="val 5919"/>
            </a:avLst>
          </a:prstGeom>
          <a:solidFill>
            <a:schemeClr val="accent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9" name="Google Shape;319;p21" descr="Picture 13"/>
          <p:cNvPicPr preferRelativeResize="0"/>
          <p:nvPr/>
        </p:nvPicPr>
        <p:blipFill rotWithShape="1">
          <a:blip r:embed="rId5">
            <a:alphaModFix/>
          </a:blip>
          <a:srcRect l="164" r="164"/>
          <a:stretch/>
        </p:blipFill>
        <p:spPr>
          <a:xfrm>
            <a:off x="9513206" y="2354168"/>
            <a:ext cx="814277" cy="814277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1"/>
          <p:cNvSpPr txBox="1"/>
          <p:nvPr/>
        </p:nvSpPr>
        <p:spPr>
          <a:xfrm>
            <a:off x="8355816" y="3545610"/>
            <a:ext cx="3128971" cy="90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Traffic acquisition strategy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1 column with quote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6" name="Google Shape;326;p22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834896" y="2054627"/>
            <a:ext cx="5261104" cy="349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Lato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1D5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1D5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8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6355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1D5"/>
              </a:buClr>
              <a:buSzPts val="1260"/>
              <a:buFont typeface="Lato"/>
              <a:buChar char="•"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1049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61D5"/>
              </a:buClr>
              <a:buSzPts val="1260"/>
              <a:buFont typeface="Lato"/>
              <a:buNone/>
            </a:pPr>
            <a:endParaRPr sz="18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6531429" y="1780181"/>
            <a:ext cx="4569709" cy="4001583"/>
          </a:xfrm>
          <a:prstGeom prst="roundRect">
            <a:avLst>
              <a:gd name="adj" fmla="val 4761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9" name="Google Shape;329;p22"/>
          <p:cNvSpPr txBox="1"/>
          <p:nvPr/>
        </p:nvSpPr>
        <p:spPr>
          <a:xfrm>
            <a:off x="6856327" y="2086897"/>
            <a:ext cx="3958243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Grace Hopper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Computer pioneer and naval officer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600" b="0" i="0" u="none" strike="noStrike" cap="non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 pioneer days they used oxen for heavy pulling, and when one ox couldn’t budge a log, they didn’t try to grow a larger ox. We shouldn’t be trying for bigger computers, but for more systems of computers.</a:t>
            </a:r>
            <a:br>
              <a:rPr lang="en-US" sz="2000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</a:br>
            <a:endParaRPr sz="2000" b="0" i="0" u="none" strike="noStrike" cap="non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30" name="Google Shape;330;p22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10257670" y="1653064"/>
            <a:ext cx="607504" cy="514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1 column with quote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Google Shape;336;p23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1095084" y="1780181"/>
            <a:ext cx="4872580" cy="4001583"/>
          </a:xfrm>
          <a:prstGeom prst="roundRect">
            <a:avLst>
              <a:gd name="adj" fmla="val 4761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1386787" y="2066899"/>
            <a:ext cx="4284285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113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Grace Hopper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Computer pioneer and naval officer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600" b="0" i="0" u="none" strike="noStrike" cap="none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 pioneer days they used oxen for heavy pulling, and when one ox couldn’t budge a log, they didn’t try to grow a larger ox. We shouldn’t be trying for bigger computers, but for </a:t>
            </a:r>
            <a:r>
              <a:rPr lang="en-US" sz="2000" b="0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more systems </a:t>
            </a:r>
            <a:r>
              <a:rPr lang="en-US" sz="20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of computers.</a:t>
            </a:r>
            <a:br>
              <a:rPr lang="en-US"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20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6228558" y="1780181"/>
            <a:ext cx="4872580" cy="4001583"/>
          </a:xfrm>
          <a:prstGeom prst="roundRect">
            <a:avLst>
              <a:gd name="adj" fmla="val 4761"/>
            </a:avLst>
          </a:prstGeom>
          <a:solidFill>
            <a:schemeClr val="dk1"/>
          </a:solidFill>
          <a:ln>
            <a:noFill/>
          </a:ln>
          <a:effectLst>
            <a:outerShdw blurRad="317500" dist="63500" dir="27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7CC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6520262" y="2066899"/>
            <a:ext cx="4344912" cy="280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8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Katherine Johnson</a:t>
            </a:r>
            <a:br>
              <a:rPr lang="en-US" sz="2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1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NASA mathematician</a:t>
            </a:r>
            <a:br>
              <a:rPr lang="en-US" sz="1600" b="1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</a:br>
            <a:endParaRPr sz="16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Everything was so new — the whole idea of going into space was new and daring. There were no textbooks, so we had to write them.</a:t>
            </a:r>
            <a:br>
              <a:rPr lang="en-US" sz="20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endParaRPr sz="20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41" name="Google Shape;341;p23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10257670" y="1653064"/>
            <a:ext cx="607504" cy="514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3"/>
          <p:cNvPicPr preferRelativeResize="0"/>
          <p:nvPr/>
        </p:nvPicPr>
        <p:blipFill rotWithShape="1">
          <a:blip r:embed="rId3">
            <a:alphaModFix amt="49000"/>
          </a:blip>
          <a:srcRect/>
          <a:stretch/>
        </p:blipFill>
        <p:spPr>
          <a:xfrm>
            <a:off x="5109154" y="1653064"/>
            <a:ext cx="607504" cy="514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Use cases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24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24"/>
          <p:cNvSpPr txBox="1"/>
          <p:nvPr/>
        </p:nvSpPr>
        <p:spPr>
          <a:xfrm>
            <a:off x="4413250" y="2661518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0" name="Google Shape;350;p24" descr="Icon_Pap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86001" y="1903534"/>
            <a:ext cx="635000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4" descr="Icon_Cloud-Serv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6027" y="1903534"/>
            <a:ext cx="635001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4" descr="Icon_Gear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77877" y="1903534"/>
            <a:ext cx="635001" cy="635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4"/>
          <p:cNvSpPr txBox="1"/>
          <p:nvPr/>
        </p:nvSpPr>
        <p:spPr>
          <a:xfrm>
            <a:off x="8220751" y="2661518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Google Shape;354;p24"/>
          <p:cNvSpPr txBox="1"/>
          <p:nvPr/>
        </p:nvSpPr>
        <p:spPr>
          <a:xfrm>
            <a:off x="560778" y="2661518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767676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5" name="Google Shape;355;p24"/>
          <p:cNvSpPr txBox="1"/>
          <p:nvPr/>
        </p:nvSpPr>
        <p:spPr>
          <a:xfrm>
            <a:off x="4413250" y="4835092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6" name="Google Shape;356;p24" descr="Icon_Pap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86001" y="4077108"/>
            <a:ext cx="635000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4" descr="Icon_Cloud-Serve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6027" y="4077108"/>
            <a:ext cx="635001" cy="63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4" descr="Icon_Gears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77877" y="4077108"/>
            <a:ext cx="635001" cy="635001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4"/>
          <p:cNvSpPr txBox="1"/>
          <p:nvPr/>
        </p:nvSpPr>
        <p:spPr>
          <a:xfrm>
            <a:off x="8220751" y="4835092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0" name="Google Shape;360;p24"/>
          <p:cNvSpPr txBox="1"/>
          <p:nvPr/>
        </p:nvSpPr>
        <p:spPr>
          <a:xfrm>
            <a:off x="560778" y="4835092"/>
            <a:ext cx="3365500" cy="977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Lorem ipsum dolor it amet, ecur adipiscing Lorem ipsum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5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 b="1">
                <a:solidFill>
                  <a:schemeClr val="dk2"/>
                </a:solidFill>
              </a:rPr>
              <a:t>DATA/NUMBERS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3200"/>
              <a:buNone/>
            </a:pPr>
            <a:r>
              <a:rPr lang="en-US" sz="3200" b="0">
                <a:solidFill>
                  <a:srgbClr val="0061D5"/>
                </a:solidFill>
              </a:rPr>
              <a:t>STAT/CHARTS/ILLUSTRATIONS</a:t>
            </a:r>
            <a:endParaRPr/>
          </a:p>
        </p:txBody>
      </p:sp>
      <p:sp>
        <p:nvSpPr>
          <p:cNvPr id="366" name="Google Shape;366;p25"/>
          <p:cNvSpPr txBox="1"/>
          <p:nvPr/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486FB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6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Big number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2" name="Google Shape;372;p26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6756936" y="4757465"/>
            <a:ext cx="1761423" cy="737916"/>
          </a:xfrm>
          <a:prstGeom prst="roundRect">
            <a:avLst>
              <a:gd name="adj" fmla="val 7234"/>
            </a:avLst>
          </a:prstGeom>
          <a:noFill/>
          <a:ln w="25400" cap="flat" cmpd="sng">
            <a:solidFill>
              <a:schemeClr val="accent5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3038" marR="0" lvl="0" indent="-17303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Beginning of captions are not capitalized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3038" marR="0" lvl="0" indent="-173038" algn="l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No periods</a:t>
            </a:r>
            <a:endParaRPr sz="1000" b="1" i="0" u="none" strike="noStrike" cap="none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6083166" y="4474988"/>
            <a:ext cx="664143" cy="654518"/>
          </a:xfrm>
          <a:custGeom>
            <a:avLst/>
            <a:gdLst/>
            <a:ahLst/>
            <a:cxnLst/>
            <a:rect l="l" t="t" r="r" b="b"/>
            <a:pathLst>
              <a:path w="664143" h="654518" extrusionOk="0">
                <a:moveTo>
                  <a:pt x="664143" y="654518"/>
                </a:moveTo>
                <a:lnTo>
                  <a:pt x="0" y="654518"/>
                </a:ln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stealth" w="med" len="med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75" name="Google Shape;375;p26"/>
          <p:cNvGrpSpPr/>
          <p:nvPr/>
        </p:nvGrpSpPr>
        <p:grpSpPr>
          <a:xfrm>
            <a:off x="3928806" y="2192606"/>
            <a:ext cx="4271118" cy="1733531"/>
            <a:chOff x="3923353" y="2070910"/>
            <a:chExt cx="4271118" cy="1733531"/>
          </a:xfrm>
        </p:grpSpPr>
        <p:sp>
          <p:nvSpPr>
            <p:cNvPr id="376" name="Google Shape;376;p26"/>
            <p:cNvSpPr txBox="1"/>
            <p:nvPr/>
          </p:nvSpPr>
          <p:spPr>
            <a:xfrm>
              <a:off x="4233152" y="2070910"/>
              <a:ext cx="3725698" cy="1200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lang="en-US" sz="80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$xxM</a:t>
              </a:r>
              <a:endParaRPr sz="8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7" name="Google Shape;377;p26"/>
            <p:cNvSpPr txBox="1"/>
            <p:nvPr/>
          </p:nvSpPr>
          <p:spPr>
            <a:xfrm>
              <a:off x="3923353" y="3271196"/>
              <a:ext cx="4271118" cy="53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Caption</a:t>
              </a:r>
              <a:endParaRPr sz="1400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(optional)</a:t>
              </a:r>
              <a:r>
                <a:rPr lang="en-US" sz="2400" b="0" i="0" u="none" strike="noStrike" cap="none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▴xx YoY</a:t>
              </a: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/</a:t>
              </a:r>
              <a:r>
                <a:rPr lang="en-US" sz="2400" b="0" i="0" u="none" strike="noStrike" cap="none">
                  <a:solidFill>
                    <a:srgbClr val="ED3757"/>
                  </a:solidFill>
                  <a:latin typeface="Inter"/>
                  <a:ea typeface="Inter"/>
                  <a:cs typeface="Inter"/>
                  <a:sym typeface="Inter"/>
                </a:rPr>
                <a:t>▾xxYoY</a:t>
              </a:r>
              <a:endParaRPr sz="2400" b="0" i="0" u="none" strike="noStrike" cap="none">
                <a:solidFill>
                  <a:srgbClr val="ED37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78" name="Google Shape;378;p26"/>
          <p:cNvGrpSpPr/>
          <p:nvPr/>
        </p:nvGrpSpPr>
        <p:grpSpPr>
          <a:xfrm>
            <a:off x="535704" y="-199505"/>
            <a:ext cx="3108960" cy="2329980"/>
            <a:chOff x="327259" y="1919536"/>
            <a:chExt cx="3108960" cy="2329980"/>
          </a:xfrm>
        </p:grpSpPr>
        <p:sp>
          <p:nvSpPr>
            <p:cNvPr id="379" name="Google Shape;379;p26"/>
            <p:cNvSpPr txBox="1"/>
            <p:nvPr/>
          </p:nvSpPr>
          <p:spPr>
            <a:xfrm>
              <a:off x="457200" y="2181841"/>
              <a:ext cx="2915747" cy="1982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Lato"/>
                <a:buNone/>
              </a:pP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Use the following formats: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Uppercase, no space </a:t>
              </a:r>
              <a:br>
                <a:rPr lang="en-US" sz="1200" b="0" i="0" u="none" strike="noStrike" cap="none">
                  <a:solidFill>
                    <a:schemeClr val="accent4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xxB, xxM, $xxK</a:t>
              </a:r>
              <a:r>
                <a:rPr lang="en-US" sz="1200" b="0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xxPB, xxTB, 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xxGB, xxMB, $xxx+</a:t>
              </a:r>
              <a:endParaRPr sz="12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Lowercase w/ space</a:t>
              </a:r>
              <a:br>
                <a:rPr lang="en-US" sz="1200" b="1" i="0" u="none" strike="noStrike" cap="none">
                  <a:solidFill>
                    <a:schemeClr val="accent4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billion, xx million, xx thousand, 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calls, xx months, xx days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Uppercase w/ space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API, xx MAU, xx TAM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0" name="Google Shape;380;p26"/>
            <p:cNvSpPr/>
            <p:nvPr/>
          </p:nvSpPr>
          <p:spPr>
            <a:xfrm>
              <a:off x="327259" y="1919536"/>
              <a:ext cx="3108960" cy="2329980"/>
            </a:xfrm>
            <a:prstGeom prst="roundRect">
              <a:avLst>
                <a:gd name="adj" fmla="val 7234"/>
              </a:avLst>
            </a:prstGeom>
            <a:noFill/>
            <a:ln w="25400" cap="flat" cmpd="sng">
              <a:solidFill>
                <a:schemeClr val="accent5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7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Big number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6" name="Google Shape;386;p27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4161566" y="4930926"/>
            <a:ext cx="3868867" cy="737916"/>
          </a:xfrm>
          <a:prstGeom prst="roundRect">
            <a:avLst>
              <a:gd name="adj" fmla="val 7234"/>
            </a:avLst>
          </a:prstGeom>
          <a:noFill/>
          <a:ln w="25400" cap="flat" cmpd="sng">
            <a:solidFill>
              <a:schemeClr val="accent5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3038" marR="0" lvl="0" indent="-17303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Beginning of captions are not capitalized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73038" marR="0" lvl="0" indent="-173038" algn="ctr" rtl="0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Arial"/>
              <a:buChar char="•"/>
            </a:pPr>
            <a:r>
              <a:rPr lang="en-US" sz="1000" b="0" i="0" u="none" strike="noStrike" cap="none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No periods</a:t>
            </a:r>
            <a:endParaRPr sz="1000" b="1" i="0" u="none" strike="noStrike" cap="none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88" name="Google Shape;388;p27"/>
          <p:cNvGrpSpPr/>
          <p:nvPr/>
        </p:nvGrpSpPr>
        <p:grpSpPr>
          <a:xfrm>
            <a:off x="1354122" y="2192606"/>
            <a:ext cx="4271118" cy="1733531"/>
            <a:chOff x="3923353" y="2070910"/>
            <a:chExt cx="4271118" cy="1733531"/>
          </a:xfrm>
        </p:grpSpPr>
        <p:sp>
          <p:nvSpPr>
            <p:cNvPr id="389" name="Google Shape;389;p27"/>
            <p:cNvSpPr txBox="1"/>
            <p:nvPr/>
          </p:nvSpPr>
          <p:spPr>
            <a:xfrm>
              <a:off x="4233152" y="2070910"/>
              <a:ext cx="3725698" cy="1200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lang="en-US" sz="80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$xxM</a:t>
              </a:r>
              <a:endParaRPr sz="8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0" name="Google Shape;390;p27"/>
            <p:cNvSpPr txBox="1"/>
            <p:nvPr/>
          </p:nvSpPr>
          <p:spPr>
            <a:xfrm>
              <a:off x="3923353" y="3271196"/>
              <a:ext cx="4271118" cy="53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Caption</a:t>
              </a:r>
              <a:endParaRPr sz="1400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(optional)</a:t>
              </a:r>
              <a:r>
                <a:rPr lang="en-US" sz="2400" b="0" i="0" u="none" strike="noStrike" cap="none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▴xx YoY</a:t>
              </a: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/</a:t>
              </a:r>
              <a:r>
                <a:rPr lang="en-US" sz="2400" b="0" i="0" u="none" strike="noStrike" cap="none">
                  <a:solidFill>
                    <a:srgbClr val="ED3757"/>
                  </a:solidFill>
                  <a:latin typeface="Inter"/>
                  <a:ea typeface="Inter"/>
                  <a:cs typeface="Inter"/>
                  <a:sym typeface="Inter"/>
                </a:rPr>
                <a:t>▾xxYoY</a:t>
              </a:r>
              <a:endParaRPr sz="2400" b="0" i="0" u="none" strike="noStrike" cap="none">
                <a:solidFill>
                  <a:srgbClr val="ED37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1" name="Google Shape;391;p27"/>
          <p:cNvGrpSpPr/>
          <p:nvPr/>
        </p:nvGrpSpPr>
        <p:grpSpPr>
          <a:xfrm>
            <a:off x="535704" y="-199505"/>
            <a:ext cx="3108960" cy="2329980"/>
            <a:chOff x="327259" y="1919536"/>
            <a:chExt cx="3108960" cy="2329980"/>
          </a:xfrm>
        </p:grpSpPr>
        <p:sp>
          <p:nvSpPr>
            <p:cNvPr id="392" name="Google Shape;392;p27"/>
            <p:cNvSpPr txBox="1"/>
            <p:nvPr/>
          </p:nvSpPr>
          <p:spPr>
            <a:xfrm>
              <a:off x="457200" y="2181841"/>
              <a:ext cx="2915747" cy="19825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200"/>
                <a:buFont typeface="Lato"/>
                <a:buNone/>
              </a:pP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Use the following formats: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Uppercase, no space </a:t>
              </a:r>
              <a:br>
                <a:rPr lang="en-US" sz="1200" b="0" i="0" u="none" strike="noStrike" cap="none">
                  <a:solidFill>
                    <a:schemeClr val="accent4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xxB, xxM, $xxK</a:t>
              </a:r>
              <a:r>
                <a:rPr lang="en-US" sz="1200" b="0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, </a:t>
              </a: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xxPB, xxTB, 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xxGB, xxMB, $xxx+</a:t>
              </a:r>
              <a:endParaRPr sz="12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Lowercase w/ space</a:t>
              </a:r>
              <a:br>
                <a:rPr lang="en-US" sz="1200" b="1" i="0" u="none" strike="noStrike" cap="none">
                  <a:solidFill>
                    <a:schemeClr val="accent4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billion, xx million, xx thousand, 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calls, xx months, xx days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65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Lato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Uppercase w/ space</a:t>
              </a:r>
              <a:b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lang="en-US" sz="12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 API, xx MAU, xx TAM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3" name="Google Shape;393;p27"/>
            <p:cNvSpPr/>
            <p:nvPr/>
          </p:nvSpPr>
          <p:spPr>
            <a:xfrm>
              <a:off x="327259" y="1919536"/>
              <a:ext cx="3108960" cy="2329980"/>
            </a:xfrm>
            <a:prstGeom prst="roundRect">
              <a:avLst>
                <a:gd name="adj" fmla="val 7234"/>
              </a:avLst>
            </a:prstGeom>
            <a:noFill/>
            <a:ln w="25400" cap="flat" cmpd="sng">
              <a:solidFill>
                <a:schemeClr val="accent5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394" name="Google Shape;394;p27"/>
          <p:cNvGrpSpPr/>
          <p:nvPr/>
        </p:nvGrpSpPr>
        <p:grpSpPr>
          <a:xfrm>
            <a:off x="6548658" y="2192606"/>
            <a:ext cx="4271118" cy="1733531"/>
            <a:chOff x="3923353" y="2070910"/>
            <a:chExt cx="4271118" cy="1733531"/>
          </a:xfrm>
        </p:grpSpPr>
        <p:sp>
          <p:nvSpPr>
            <p:cNvPr id="395" name="Google Shape;395;p27"/>
            <p:cNvSpPr txBox="1"/>
            <p:nvPr/>
          </p:nvSpPr>
          <p:spPr>
            <a:xfrm>
              <a:off x="4233152" y="2070910"/>
              <a:ext cx="3725698" cy="12002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lang="en-US" sz="8000" b="1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$xxM</a:t>
              </a:r>
              <a:endParaRPr sz="8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96" name="Google Shape;396;p27"/>
            <p:cNvSpPr txBox="1"/>
            <p:nvPr/>
          </p:nvSpPr>
          <p:spPr>
            <a:xfrm>
              <a:off x="3923353" y="3271196"/>
              <a:ext cx="4271118" cy="5332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no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Caption</a:t>
              </a:r>
              <a:endParaRPr sz="1400" b="0" i="0" u="none" strike="noStrike" cap="none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lt2"/>
                  </a:solidFill>
                  <a:latin typeface="Inter"/>
                  <a:ea typeface="Inter"/>
                  <a:cs typeface="Inter"/>
                  <a:sym typeface="Inter"/>
                </a:rPr>
                <a:t>(optional)</a:t>
              </a:r>
              <a:r>
                <a:rPr lang="en-US" sz="2400" b="0" i="0" u="none" strike="noStrike" cap="none">
                  <a:solidFill>
                    <a:schemeClr val="accent1"/>
                  </a:solidFill>
                  <a:latin typeface="Inter"/>
                  <a:ea typeface="Inter"/>
                  <a:cs typeface="Inter"/>
                  <a:sym typeface="Inter"/>
                </a:rPr>
                <a:t>▴xx YoY</a:t>
              </a:r>
              <a:r>
                <a:rPr lang="en-US" sz="2400" b="0" i="0" u="none" strike="noStrike" cap="none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/</a:t>
              </a:r>
              <a:r>
                <a:rPr lang="en-US" sz="2400" b="0" i="0" u="none" strike="noStrike" cap="none">
                  <a:solidFill>
                    <a:srgbClr val="ED3757"/>
                  </a:solidFill>
                  <a:latin typeface="Inter"/>
                  <a:ea typeface="Inter"/>
                  <a:cs typeface="Inter"/>
                  <a:sym typeface="Inter"/>
                </a:rPr>
                <a:t>▾xxYoY</a:t>
              </a:r>
              <a:endParaRPr sz="2400" b="0" i="0" u="none" strike="noStrike" cap="none">
                <a:solidFill>
                  <a:srgbClr val="ED375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8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Bar graph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28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03" name="Google Shape;403;p28"/>
          <p:cNvGraphicFramePr/>
          <p:nvPr/>
        </p:nvGraphicFramePr>
        <p:xfrm>
          <a:off x="977030" y="1898662"/>
          <a:ext cx="10605370" cy="4047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4" name="Google Shape;404;p28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</a:t>
            </a:r>
            <a:r>
              <a:rPr lang="en-US" sz="10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Google Shape;405;p28"/>
          <p:cNvSpPr txBox="1"/>
          <p:nvPr/>
        </p:nvSpPr>
        <p:spPr>
          <a:xfrm>
            <a:off x="609600" y="1553992"/>
            <a:ext cx="10972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CHART</a:t>
            </a:r>
            <a:r>
              <a:rPr lang="en-US" sz="16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 TITLE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28"/>
          <p:cNvSpPr txBox="1"/>
          <p:nvPr/>
        </p:nvSpPr>
        <p:spPr>
          <a:xfrm rot="-5400000">
            <a:off x="-362210" y="3637795"/>
            <a:ext cx="229121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848E"/>
              </a:buClr>
              <a:buSzPts val="1400"/>
              <a:buFont typeface="Lato"/>
              <a:buNone/>
            </a:pPr>
            <a:r>
              <a:rPr lang="en-US" sz="14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(in </a:t>
            </a: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millions</a:t>
            </a:r>
            <a:r>
              <a:rPr lang="en-US" sz="14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9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Line graph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29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13" name="Google Shape;413;p29"/>
          <p:cNvGraphicFramePr/>
          <p:nvPr/>
        </p:nvGraphicFramePr>
        <p:xfrm>
          <a:off x="995907" y="1709623"/>
          <a:ext cx="10592844" cy="4084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4" name="Google Shape;414;p29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5" name="Google Shape;415;p29"/>
          <p:cNvSpPr txBox="1"/>
          <p:nvPr/>
        </p:nvSpPr>
        <p:spPr>
          <a:xfrm rot="-5400000">
            <a:off x="-321955" y="3275111"/>
            <a:ext cx="229121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400"/>
              <a:buFont typeface="Lato"/>
              <a:buNone/>
            </a:pP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(in millions)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0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Pie chart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30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30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</a:t>
            </a:r>
            <a:r>
              <a:rPr lang="en-US" sz="10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23" name="Google Shape;423;p30"/>
          <p:cNvGraphicFramePr/>
          <p:nvPr/>
        </p:nvGraphicFramePr>
        <p:xfrm>
          <a:off x="3494320" y="2074753"/>
          <a:ext cx="5675683" cy="3576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4" name="Google Shape;424;p30"/>
          <p:cNvSpPr txBox="1"/>
          <p:nvPr/>
        </p:nvSpPr>
        <p:spPr>
          <a:xfrm>
            <a:off x="609600" y="1592026"/>
            <a:ext cx="10972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CHART TITLE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Pie chart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31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31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</a:t>
            </a:r>
            <a:r>
              <a:rPr lang="en-US" sz="10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2" name="Google Shape;432;p31"/>
          <p:cNvSpPr txBox="1"/>
          <p:nvPr/>
        </p:nvSpPr>
        <p:spPr>
          <a:xfrm>
            <a:off x="1253647" y="4948193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caption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33" name="Google Shape;433;p31"/>
          <p:cNvGraphicFramePr/>
          <p:nvPr/>
        </p:nvGraphicFramePr>
        <p:xfrm>
          <a:off x="2336452" y="1998162"/>
          <a:ext cx="3305480" cy="2874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4" name="Google Shape;434;p31"/>
          <p:cNvSpPr txBox="1"/>
          <p:nvPr/>
        </p:nvSpPr>
        <p:spPr>
          <a:xfrm>
            <a:off x="3247373" y="3041106"/>
            <a:ext cx="147836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Lato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75%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31"/>
          <p:cNvSpPr txBox="1"/>
          <p:nvPr/>
        </p:nvSpPr>
        <p:spPr>
          <a:xfrm>
            <a:off x="5451953" y="4948193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caption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36" name="Google Shape;436;p31"/>
          <p:cNvGraphicFramePr/>
          <p:nvPr/>
        </p:nvGraphicFramePr>
        <p:xfrm>
          <a:off x="6534758" y="1998162"/>
          <a:ext cx="3305480" cy="2874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7" name="Google Shape;437;p31"/>
          <p:cNvSpPr txBox="1"/>
          <p:nvPr/>
        </p:nvSpPr>
        <p:spPr>
          <a:xfrm>
            <a:off x="7445679" y="3041106"/>
            <a:ext cx="147836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Lato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64%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Flow chart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3" name="Google Shape;443;p32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4" name="Google Shape;444;p32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</a:t>
            </a:r>
            <a:r>
              <a:rPr lang="en-US" sz="1000" b="0" i="0" u="none" strike="noStrike" cap="none">
                <a:solidFill>
                  <a:srgbClr val="72848E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45" name="Google Shape;445;p32"/>
          <p:cNvCxnSpPr>
            <a:stCxn id="446" idx="3"/>
            <a:endCxn id="447" idx="1"/>
          </p:cNvCxnSpPr>
          <p:nvPr/>
        </p:nvCxnSpPr>
        <p:spPr>
          <a:xfrm>
            <a:off x="3198773" y="4634200"/>
            <a:ext cx="40650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446" name="Google Shape;446;p32"/>
          <p:cNvSpPr/>
          <p:nvPr/>
        </p:nvSpPr>
        <p:spPr>
          <a:xfrm>
            <a:off x="786432" y="4086799"/>
            <a:ext cx="2412341" cy="1094801"/>
          </a:xfrm>
          <a:prstGeom prst="roundRect">
            <a:avLst>
              <a:gd name="adj" fmla="val 11121"/>
            </a:avLst>
          </a:prstGeom>
          <a:solidFill>
            <a:srgbClr val="26C2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Create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onboarding docs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8" name="Google Shape;448;p32"/>
          <p:cNvSpPr/>
          <p:nvPr/>
        </p:nvSpPr>
        <p:spPr>
          <a:xfrm>
            <a:off x="6496576" y="4086799"/>
            <a:ext cx="2263293" cy="1094801"/>
          </a:xfrm>
          <a:prstGeom prst="roundRect">
            <a:avLst>
              <a:gd name="adj" fmla="val 12308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Review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submitted files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7" name="Google Shape;447;p32"/>
          <p:cNvSpPr/>
          <p:nvPr/>
        </p:nvSpPr>
        <p:spPr>
          <a:xfrm>
            <a:off x="3605188" y="4086799"/>
            <a:ext cx="1913259" cy="1094801"/>
          </a:xfrm>
          <a:prstGeom prst="roundRect">
            <a:avLst>
              <a:gd name="adj" fmla="val 9933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Securely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share files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9" name="Google Shape;449;p32"/>
          <p:cNvSpPr/>
          <p:nvPr/>
        </p:nvSpPr>
        <p:spPr>
          <a:xfrm>
            <a:off x="4910895" y="2197952"/>
            <a:ext cx="2398511" cy="1094801"/>
          </a:xfrm>
          <a:prstGeom prst="roundRect">
            <a:avLst>
              <a:gd name="adj" fmla="val 12387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Submit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onboarding docs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Google Shape;450;p32"/>
          <p:cNvSpPr/>
          <p:nvPr/>
        </p:nvSpPr>
        <p:spPr>
          <a:xfrm>
            <a:off x="9142275" y="4086799"/>
            <a:ext cx="2263293" cy="1094801"/>
          </a:xfrm>
          <a:prstGeom prst="roundRect">
            <a:avLst>
              <a:gd name="adj" fmla="val 13652"/>
            </a:avLst>
          </a:prstGeom>
          <a:solidFill>
            <a:srgbClr val="ED37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ato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Set retention </a:t>
            </a:r>
            <a:b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policies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1" name="Google Shape;451;p32"/>
          <p:cNvCxnSpPr>
            <a:stCxn id="449" idx="1"/>
            <a:endCxn id="447" idx="0"/>
          </p:cNvCxnSpPr>
          <p:nvPr/>
        </p:nvCxnSpPr>
        <p:spPr>
          <a:xfrm flipH="1">
            <a:off x="4561695" y="2745353"/>
            <a:ext cx="349200" cy="1341300"/>
          </a:xfrm>
          <a:prstGeom prst="bentConnector2">
            <a:avLst/>
          </a:prstGeom>
          <a:noFill/>
          <a:ln w="22225" cap="flat" cmpd="sng">
            <a:solidFill>
              <a:schemeClr val="dk2"/>
            </a:solidFill>
            <a:prstDash val="solid"/>
            <a:miter lim="400000"/>
            <a:headEnd type="stealth" w="med" len="med"/>
            <a:tailEnd type="none" w="sm" len="sm"/>
          </a:ln>
        </p:spPr>
      </p:cxnSp>
      <p:cxnSp>
        <p:nvCxnSpPr>
          <p:cNvPr id="452" name="Google Shape;452;p32"/>
          <p:cNvCxnSpPr>
            <a:endCxn id="449" idx="3"/>
          </p:cNvCxnSpPr>
          <p:nvPr/>
        </p:nvCxnSpPr>
        <p:spPr>
          <a:xfrm rot="5400000" flipH="1">
            <a:off x="6798206" y="3256553"/>
            <a:ext cx="1341300" cy="318900"/>
          </a:xfrm>
          <a:prstGeom prst="bentConnector2">
            <a:avLst/>
          </a:prstGeom>
          <a:noFill/>
          <a:ln w="22225" cap="flat" cmpd="sng">
            <a:solidFill>
              <a:schemeClr val="dk2"/>
            </a:solidFill>
            <a:prstDash val="dash"/>
            <a:miter lim="400000"/>
            <a:headEnd type="stealth" w="med" len="med"/>
            <a:tailEnd type="none" w="sm" len="sm"/>
          </a:ln>
        </p:spPr>
      </p:cxnSp>
      <p:cxnSp>
        <p:nvCxnSpPr>
          <p:cNvPr id="453" name="Google Shape;453;p32"/>
          <p:cNvCxnSpPr>
            <a:stCxn id="448" idx="3"/>
            <a:endCxn id="450" idx="1"/>
          </p:cNvCxnSpPr>
          <p:nvPr/>
        </p:nvCxnSpPr>
        <p:spPr>
          <a:xfrm>
            <a:off x="8759869" y="4634200"/>
            <a:ext cx="38250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dash"/>
            <a:miter lim="400000"/>
            <a:headEnd type="none" w="sm" len="sm"/>
            <a:tailEnd type="stealth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3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Timeline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9" name="Google Shape;459;p33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0" name="Google Shape;460;p33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61" name="Google Shape;461;p33"/>
          <p:cNvCxnSpPr/>
          <p:nvPr/>
        </p:nvCxnSpPr>
        <p:spPr>
          <a:xfrm>
            <a:off x="609600" y="3035222"/>
            <a:ext cx="10972800" cy="0"/>
          </a:xfrm>
          <a:prstGeom prst="straightConnector1">
            <a:avLst/>
          </a:prstGeom>
          <a:noFill/>
          <a:ln w="22225" cap="flat" cmpd="sng">
            <a:solidFill>
              <a:schemeClr val="dk2"/>
            </a:solidFill>
            <a:prstDash val="dash"/>
            <a:miter lim="400000"/>
            <a:headEnd type="none" w="sm" len="sm"/>
            <a:tailEnd type="stealth" w="lg" len="lg"/>
          </a:ln>
        </p:spPr>
      </p:cxnSp>
      <p:sp>
        <p:nvSpPr>
          <p:cNvPr id="462" name="Google Shape;462;p33"/>
          <p:cNvSpPr txBox="1"/>
          <p:nvPr/>
        </p:nvSpPr>
        <p:spPr>
          <a:xfrm>
            <a:off x="7738563" y="1689605"/>
            <a:ext cx="1589548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</a:t>
            </a:r>
            <a:b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" name="Google Shape;463;p33"/>
          <p:cNvSpPr txBox="1"/>
          <p:nvPr/>
        </p:nvSpPr>
        <p:spPr>
          <a:xfrm>
            <a:off x="5197450" y="168960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3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Google Shape;464;p33"/>
          <p:cNvSpPr txBox="1"/>
          <p:nvPr/>
        </p:nvSpPr>
        <p:spPr>
          <a:xfrm>
            <a:off x="3723170" y="168960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2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Google Shape;465;p33"/>
          <p:cNvSpPr txBox="1"/>
          <p:nvPr/>
        </p:nvSpPr>
        <p:spPr>
          <a:xfrm>
            <a:off x="1641743" y="168960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1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6" name="Google Shape;466;p33"/>
          <p:cNvSpPr txBox="1"/>
          <p:nvPr/>
        </p:nvSpPr>
        <p:spPr>
          <a:xfrm>
            <a:off x="4200001" y="361465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6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7" name="Google Shape;467;p33"/>
          <p:cNvSpPr txBox="1"/>
          <p:nvPr/>
        </p:nvSpPr>
        <p:spPr>
          <a:xfrm>
            <a:off x="2800681" y="3614655"/>
            <a:ext cx="110537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5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68" name="Google Shape;468;p33"/>
          <p:cNvCxnSpPr/>
          <p:nvPr/>
        </p:nvCxnSpPr>
        <p:spPr>
          <a:xfrm rot="10800000">
            <a:off x="8180114" y="3030333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none" w="sm" len="sm"/>
            <a:tailEnd type="oval" w="lg" len="lg"/>
          </a:ln>
        </p:spPr>
      </p:cxnSp>
      <p:sp>
        <p:nvSpPr>
          <p:cNvPr id="469" name="Google Shape;469;p33"/>
          <p:cNvSpPr txBox="1"/>
          <p:nvPr/>
        </p:nvSpPr>
        <p:spPr>
          <a:xfrm>
            <a:off x="8209811" y="3614655"/>
            <a:ext cx="1412791" cy="78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Milestone </a:t>
            </a:r>
            <a:b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70" name="Google Shape;470;p33"/>
          <p:cNvCxnSpPr/>
          <p:nvPr/>
        </p:nvCxnSpPr>
        <p:spPr>
          <a:xfrm rot="10800000">
            <a:off x="7745058" y="1657309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oval" w="lg" len="lg"/>
            <a:tailEnd type="none" w="sm" len="sm"/>
          </a:ln>
        </p:spPr>
      </p:cxnSp>
      <p:cxnSp>
        <p:nvCxnSpPr>
          <p:cNvPr id="471" name="Google Shape;471;p33"/>
          <p:cNvCxnSpPr/>
          <p:nvPr/>
        </p:nvCxnSpPr>
        <p:spPr>
          <a:xfrm rot="10800000">
            <a:off x="5190205" y="1657309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oval" w="lg" len="lg"/>
            <a:tailEnd type="none" w="sm" len="sm"/>
          </a:ln>
        </p:spPr>
      </p:cxnSp>
      <p:cxnSp>
        <p:nvCxnSpPr>
          <p:cNvPr id="472" name="Google Shape;472;p33"/>
          <p:cNvCxnSpPr/>
          <p:nvPr/>
        </p:nvCxnSpPr>
        <p:spPr>
          <a:xfrm rot="10800000">
            <a:off x="3723170" y="1657309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oval" w="lg" len="lg"/>
            <a:tailEnd type="none" w="sm" len="sm"/>
          </a:ln>
        </p:spPr>
      </p:cxnSp>
      <p:cxnSp>
        <p:nvCxnSpPr>
          <p:cNvPr id="473" name="Google Shape;473;p33"/>
          <p:cNvCxnSpPr/>
          <p:nvPr/>
        </p:nvCxnSpPr>
        <p:spPr>
          <a:xfrm rot="10800000">
            <a:off x="4200001" y="3030333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none" w="sm" len="sm"/>
            <a:tailEnd type="oval" w="lg" len="lg"/>
          </a:ln>
        </p:spPr>
      </p:cxnSp>
      <p:cxnSp>
        <p:nvCxnSpPr>
          <p:cNvPr id="474" name="Google Shape;474;p33"/>
          <p:cNvCxnSpPr/>
          <p:nvPr/>
        </p:nvCxnSpPr>
        <p:spPr>
          <a:xfrm rot="10800000">
            <a:off x="1641743" y="1657309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oval" w="lg" len="lg"/>
            <a:tailEnd type="none" w="sm" len="sm"/>
          </a:ln>
        </p:spPr>
      </p:cxnSp>
      <p:cxnSp>
        <p:nvCxnSpPr>
          <p:cNvPr id="475" name="Google Shape;475;p33"/>
          <p:cNvCxnSpPr/>
          <p:nvPr/>
        </p:nvCxnSpPr>
        <p:spPr>
          <a:xfrm rot="10800000">
            <a:off x="2800681" y="3030333"/>
            <a:ext cx="0" cy="1367792"/>
          </a:xfrm>
          <a:prstGeom prst="straightConnector1">
            <a:avLst/>
          </a:prstGeom>
          <a:noFill/>
          <a:ln w="22225" cap="flat" cmpd="sng">
            <a:solidFill>
              <a:srgbClr val="0061D5"/>
            </a:solidFill>
            <a:prstDash val="solid"/>
            <a:miter lim="400000"/>
            <a:headEnd type="none" w="sm" len="sm"/>
            <a:tailEnd type="oval" w="lg" len="lg"/>
          </a:ln>
        </p:spPr>
      </p:cxnSp>
      <p:sp>
        <p:nvSpPr>
          <p:cNvPr id="476" name="Google Shape;476;p33"/>
          <p:cNvSpPr/>
          <p:nvPr/>
        </p:nvSpPr>
        <p:spPr>
          <a:xfrm>
            <a:off x="609600" y="2898955"/>
            <a:ext cx="656492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FY22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Google Shape;477;p33"/>
          <p:cNvSpPr/>
          <p:nvPr/>
        </p:nvSpPr>
        <p:spPr>
          <a:xfrm>
            <a:off x="5715000" y="2898955"/>
            <a:ext cx="656492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FY23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33"/>
          <p:cNvSpPr/>
          <p:nvPr/>
        </p:nvSpPr>
        <p:spPr>
          <a:xfrm>
            <a:off x="3487616" y="5586611"/>
            <a:ext cx="656492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JAN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9" name="Google Shape;479;p33"/>
          <p:cNvSpPr/>
          <p:nvPr/>
        </p:nvSpPr>
        <p:spPr>
          <a:xfrm>
            <a:off x="5234355" y="5586611"/>
            <a:ext cx="937846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Q1 FY23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0" name="Google Shape;480;p33"/>
          <p:cNvSpPr/>
          <p:nvPr/>
        </p:nvSpPr>
        <p:spPr>
          <a:xfrm>
            <a:off x="4214447" y="5586611"/>
            <a:ext cx="656492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FEB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1" name="Google Shape;481;p33"/>
          <p:cNvSpPr/>
          <p:nvPr/>
        </p:nvSpPr>
        <p:spPr>
          <a:xfrm>
            <a:off x="6248401" y="5586611"/>
            <a:ext cx="937846" cy="257373"/>
          </a:xfrm>
          <a:prstGeom prst="roundRect">
            <a:avLst>
              <a:gd name="adj" fmla="val 5000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H2 FY23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2" name="Google Shape;482;p33"/>
          <p:cNvSpPr/>
          <p:nvPr/>
        </p:nvSpPr>
        <p:spPr>
          <a:xfrm>
            <a:off x="7479323" y="5586611"/>
            <a:ext cx="1131277" cy="257373"/>
          </a:xfrm>
          <a:prstGeom prst="roundRect">
            <a:avLst>
              <a:gd name="adj" fmla="val 50000"/>
            </a:avLst>
          </a:prstGeom>
          <a:solidFill>
            <a:srgbClr val="26C2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Project start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3" name="Google Shape;483;p33"/>
          <p:cNvSpPr/>
          <p:nvPr/>
        </p:nvSpPr>
        <p:spPr>
          <a:xfrm>
            <a:off x="8686799" y="5586611"/>
            <a:ext cx="1307125" cy="257373"/>
          </a:xfrm>
          <a:prstGeom prst="roundRect">
            <a:avLst>
              <a:gd name="adj" fmla="val 50000"/>
            </a:avLst>
          </a:prstGeom>
          <a:solidFill>
            <a:srgbClr val="ED37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Project launch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4" name="Google Shape;484;p33"/>
          <p:cNvSpPr txBox="1"/>
          <p:nvPr/>
        </p:nvSpPr>
        <p:spPr>
          <a:xfrm>
            <a:off x="1905001" y="5627642"/>
            <a:ext cx="1430215" cy="199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0" rIns="677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000"/>
              <a:buFont typeface="Lato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Other types of nodes: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Tables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0" name="Google Shape;490;p34"/>
          <p:cNvSpPr txBox="1">
            <a:spLocks noGrp="1"/>
          </p:cNvSpPr>
          <p:nvPr>
            <p:ph type="body" idx="1"/>
          </p:nvPr>
        </p:nvSpPr>
        <p:spPr>
          <a:xfrm>
            <a:off x="838200" y="914400"/>
            <a:ext cx="10515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1" name="Google Shape;491;p34"/>
          <p:cNvSpPr txBox="1"/>
          <p:nvPr/>
        </p:nvSpPr>
        <p:spPr>
          <a:xfrm>
            <a:off x="609600" y="5980176"/>
            <a:ext cx="10972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492" name="Google Shape;492;p34"/>
          <p:cNvGraphicFramePr/>
          <p:nvPr/>
        </p:nvGraphicFramePr>
        <p:xfrm>
          <a:off x="838199" y="1622853"/>
          <a:ext cx="10515625" cy="3048060"/>
        </p:xfrm>
        <a:graphic>
          <a:graphicData uri="http://schemas.openxmlformats.org/drawingml/2006/table">
            <a:tbl>
              <a:tblPr>
                <a:noFill/>
                <a:tableStyleId>{C784F4EC-CC08-4F2C-AF4B-861F6366EBD4}</a:tableStyleId>
              </a:tblPr>
              <a:tblGrid>
                <a:gridCol w="21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400" b="0" i="0" u="none" strike="noStrike" cap="none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Q1</a:t>
                      </a:r>
                      <a:endParaRPr sz="1400" u="none" strike="noStrike" cap="none"/>
                    </a:p>
                  </a:txBody>
                  <a:tcPr marL="0" marR="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Lato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Q2</a:t>
                      </a:r>
                      <a:endParaRPr sz="1400" u="none" strike="noStrike" cap="none"/>
                    </a:p>
                  </a:txBody>
                  <a:tcPr marL="0" marR="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Lato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Q3</a:t>
                      </a:r>
                      <a:endParaRPr sz="1400" u="none" strike="noStrike" cap="none"/>
                    </a:p>
                  </a:txBody>
                  <a:tcPr marL="0" marR="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400"/>
                        <a:buFont typeface="Lato"/>
                        <a:buNone/>
                      </a:pPr>
                      <a:r>
                        <a:rPr lang="en-US" sz="2400" b="0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Q4</a:t>
                      </a:r>
                      <a:endParaRPr sz="1400" u="none" strike="noStrike" cap="none"/>
                    </a:p>
                  </a:txBody>
                  <a:tcPr marL="0" marR="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CBCB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2"/>
                          </a:solidFill>
                        </a:rPr>
                        <a:t>Cell contents</a:t>
                      </a:r>
                      <a:endParaRPr sz="1600" u="none" strike="noStrike" cap="none">
                        <a:solidFill>
                          <a:schemeClr val="dk2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600"/>
                        <a:buFont typeface="Lato"/>
                        <a:buNone/>
                      </a:pPr>
                      <a:endParaRPr sz="16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243850" marR="129100" marT="121925" marB="1219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3D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3" name="Google Shape;493;p34"/>
          <p:cNvSpPr txBox="1"/>
          <p:nvPr/>
        </p:nvSpPr>
        <p:spPr>
          <a:xfrm>
            <a:off x="3379822" y="5168626"/>
            <a:ext cx="5946341" cy="41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67"/>
              <a:buFont typeface="Lato"/>
              <a:buNone/>
            </a:pPr>
            <a:r>
              <a:rPr lang="en-US" sz="1867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For presentations in Japan, use        instead of       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94" name="Google Shape;49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5961" y="2294266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95961" y="4250414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87515" y="5254109"/>
            <a:ext cx="253035" cy="253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95961" y="3761377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48397" y="5254109"/>
            <a:ext cx="253035" cy="253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5961" y="2783303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5961" y="3272340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8374" y="2294266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18374" y="4250414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18374" y="3761377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18374" y="2783303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40787" y="2294266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0787" y="4250414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63200" y="2294266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18374" y="3286432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0787" y="3761377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0787" y="3272340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40787" y="2783303"/>
            <a:ext cx="360645" cy="360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63200" y="3765406"/>
            <a:ext cx="356616" cy="356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63200" y="2787332"/>
            <a:ext cx="356616" cy="356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63200" y="3276369"/>
            <a:ext cx="356616" cy="356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63200" y="4254443"/>
            <a:ext cx="356616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5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/>
              <a:t>PRODUCT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1. MARKETING HIGH-LEVEL</a:t>
            </a:r>
            <a:br>
              <a:rPr lang="en-US" sz="2800" b="0">
                <a:solidFill>
                  <a:srgbClr val="0061D5"/>
                </a:solidFill>
              </a:rPr>
            </a:br>
            <a:r>
              <a:rPr lang="en-US" sz="2800" b="0">
                <a:solidFill>
                  <a:srgbClr val="0061D5"/>
                </a:solidFill>
              </a:rPr>
              <a:t>2. FEATURE CALLOUTS (PRESENTATIONS)</a:t>
            </a:r>
            <a:br>
              <a:rPr lang="en-US" sz="2800" b="0">
                <a:solidFill>
                  <a:srgbClr val="0061D5"/>
                </a:solidFill>
              </a:rPr>
            </a:br>
            <a:r>
              <a:rPr lang="en-US" sz="2800" b="0">
                <a:solidFill>
                  <a:srgbClr val="0061D5"/>
                </a:solidFill>
              </a:rPr>
              <a:t>3. WITH BULLETS (PRODUCT ROADMAP)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6"/>
          <p:cNvSpPr txBox="1"/>
          <p:nvPr/>
        </p:nvSpPr>
        <p:spPr>
          <a:xfrm>
            <a:off x="823295" y="1340585"/>
            <a:ext cx="2318467" cy="3483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4B21A"/>
                </a:solidFill>
                <a:latin typeface="Inter"/>
                <a:ea typeface="Inter"/>
                <a:cs typeface="Inter"/>
                <a:sym typeface="Inter"/>
              </a:rPr>
              <a:t>HIGH LEVEL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CFD"/>
              </a:buClr>
              <a:buSzPts val="3200"/>
              <a:buFont typeface="Lato"/>
              <a:buNone/>
            </a:pPr>
            <a:r>
              <a:rPr lang="en-US" sz="3200" b="1" i="0" u="none" strike="noStrike" cap="none">
                <a:solidFill>
                  <a:srgbClr val="FFFCFD"/>
                </a:solidFill>
                <a:latin typeface="Inter"/>
                <a:ea typeface="Inter"/>
                <a:cs typeface="Inter"/>
                <a:sym typeface="Inter"/>
              </a:rPr>
              <a:t>Product name</a:t>
            </a:r>
            <a:endParaRPr sz="3200" b="1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Short description stick to 2-3 lines</a:t>
            </a:r>
            <a:br>
              <a:rPr lang="en-US" sz="20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000" b="0" i="0" u="none" strike="noStrike" cap="none">
                <a:solidFill>
                  <a:srgbClr val="5BA4FC"/>
                </a:solidFill>
                <a:latin typeface="Inter"/>
                <a:ea typeface="Inter"/>
                <a:cs typeface="Inter"/>
                <a:sym typeface="Inter"/>
              </a:rPr>
              <a:t>lorem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91C2FD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There should be </a:t>
            </a:r>
            <a:br>
              <a:rPr lang="en-US" sz="12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no bullets on these slides</a:t>
            </a:r>
            <a:endParaRPr sz="1600" b="0" i="0" u="none" strike="noStrike" cap="none">
              <a:solidFill>
                <a:srgbClr val="EC365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26" name="Google Shape;526;p36" descr="Group 158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53169" y="814538"/>
            <a:ext cx="8281631" cy="4694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6" descr="Picture 86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295" y="4390729"/>
            <a:ext cx="235962" cy="235962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36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Footer</a:t>
            </a:r>
            <a:endParaRPr sz="1400" b="0" i="0" u="none" strike="noStrike" cap="none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9" name="Google Shape;529;p36"/>
          <p:cNvSpPr txBox="1"/>
          <p:nvPr/>
        </p:nvSpPr>
        <p:spPr>
          <a:xfrm>
            <a:off x="0" y="-6543"/>
            <a:ext cx="3783724" cy="6976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AutoNum type="arabicPeriod"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Marketing high-level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44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Use the marketing images for products rather than a product screenshot</a:t>
            </a:r>
            <a:endParaRPr sz="1400" b="0" i="0" u="none" strike="noStrike" cap="none">
              <a:solidFill>
                <a:srgbClr val="76767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37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1232" y="1076444"/>
            <a:ext cx="7150101" cy="44688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402" y="0"/>
                </a:moveTo>
                <a:cubicBezTo>
                  <a:pt x="284" y="0"/>
                  <a:pt x="214" y="0"/>
                  <a:pt x="166" y="32"/>
                </a:cubicBezTo>
                <a:cubicBezTo>
                  <a:pt x="98" y="71"/>
                  <a:pt x="45" y="157"/>
                  <a:pt x="20" y="266"/>
                </a:cubicBezTo>
                <a:cubicBezTo>
                  <a:pt x="0" y="342"/>
                  <a:pt x="0" y="455"/>
                  <a:pt x="0" y="644"/>
                </a:cubicBezTo>
                <a:lnTo>
                  <a:pt x="0" y="20955"/>
                </a:lnTo>
                <a:cubicBezTo>
                  <a:pt x="0" y="21144"/>
                  <a:pt x="0" y="21258"/>
                  <a:pt x="20" y="21334"/>
                </a:cubicBezTo>
                <a:cubicBezTo>
                  <a:pt x="45" y="21443"/>
                  <a:pt x="98" y="21529"/>
                  <a:pt x="166" y="21568"/>
                </a:cubicBezTo>
                <a:cubicBezTo>
                  <a:pt x="214" y="21600"/>
                  <a:pt x="284" y="21600"/>
                  <a:pt x="402" y="21600"/>
                </a:cubicBezTo>
                <a:lnTo>
                  <a:pt x="21198" y="21600"/>
                </a:lnTo>
                <a:cubicBezTo>
                  <a:pt x="21316" y="21600"/>
                  <a:pt x="21386" y="21600"/>
                  <a:pt x="21434" y="21568"/>
                </a:cubicBezTo>
                <a:cubicBezTo>
                  <a:pt x="21502" y="21529"/>
                  <a:pt x="21555" y="21443"/>
                  <a:pt x="21580" y="21334"/>
                </a:cubicBezTo>
                <a:cubicBezTo>
                  <a:pt x="21600" y="21258"/>
                  <a:pt x="21600" y="21144"/>
                  <a:pt x="21600" y="20955"/>
                </a:cubicBezTo>
                <a:lnTo>
                  <a:pt x="21600" y="644"/>
                </a:lnTo>
                <a:cubicBezTo>
                  <a:pt x="21600" y="455"/>
                  <a:pt x="21600" y="342"/>
                  <a:pt x="21580" y="266"/>
                </a:cubicBezTo>
                <a:cubicBezTo>
                  <a:pt x="21555" y="157"/>
                  <a:pt x="21502" y="71"/>
                  <a:pt x="21434" y="32"/>
                </a:cubicBezTo>
                <a:cubicBezTo>
                  <a:pt x="21386" y="0"/>
                  <a:pt x="21316" y="0"/>
                  <a:pt x="21198" y="0"/>
                </a:cubicBezTo>
                <a:lnTo>
                  <a:pt x="402" y="0"/>
                </a:lnTo>
                <a:close/>
              </a:path>
            </a:pathLst>
          </a:custGeom>
          <a:noFill/>
          <a:ln>
            <a:noFill/>
          </a:ln>
          <a:effectLst>
            <a:outerShdw blurRad="762000" dist="381000" dir="5400000" rotWithShape="0">
              <a:srgbClr val="002847">
                <a:alpha val="14117"/>
              </a:srgbClr>
            </a:outerShdw>
          </a:effectLst>
        </p:spPr>
      </p:pic>
      <p:sp>
        <p:nvSpPr>
          <p:cNvPr id="535" name="Google Shape;535;p37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Foote</a:t>
            </a:r>
            <a:r>
              <a:rPr lang="en-US" sz="1000" b="0" i="0" u="none" strike="noStrike" cap="none">
                <a:solidFill>
                  <a:srgbClr val="7F9DC1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Google Shape;536;p37"/>
          <p:cNvSpPr txBox="1"/>
          <p:nvPr/>
        </p:nvSpPr>
        <p:spPr>
          <a:xfrm>
            <a:off x="823295" y="1340585"/>
            <a:ext cx="2318467" cy="2964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BASIC ROADMAP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Product name</a:t>
            </a:r>
            <a:endParaRPr sz="20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Short description stick </a:t>
            </a:r>
            <a:b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to 2-3 lines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Subheader</a:t>
            </a: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Subheader</a:t>
            </a: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Google Shape;537;p37"/>
          <p:cNvSpPr txBox="1"/>
          <p:nvPr/>
        </p:nvSpPr>
        <p:spPr>
          <a:xfrm>
            <a:off x="334012" y="5420951"/>
            <a:ext cx="3287485" cy="369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TEXT LIMIT: </a:t>
            </a:r>
            <a:b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If you go passed this line, please shorten your copy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37"/>
          <p:cNvSpPr txBox="1"/>
          <p:nvPr/>
        </p:nvSpPr>
        <p:spPr>
          <a:xfrm>
            <a:off x="5669682" y="2550643"/>
            <a:ext cx="4013200" cy="1520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r>
              <a:rPr lang="en-US" sz="232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 change image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endParaRPr sz="232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r>
              <a:rPr lang="en-US" sz="232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RIGHT CLICK&gt; CHANGE PICTURE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39" name="Google Shape;539;p37"/>
          <p:cNvCxnSpPr/>
          <p:nvPr/>
        </p:nvCxnSpPr>
        <p:spPr>
          <a:xfrm rot="10800000">
            <a:off x="-595086" y="5545258"/>
            <a:ext cx="4778203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540" name="Google Shape;540;p37"/>
          <p:cNvSpPr txBox="1"/>
          <p:nvPr/>
        </p:nvSpPr>
        <p:spPr>
          <a:xfrm>
            <a:off x="5309" y="-6630"/>
            <a:ext cx="3944890" cy="6976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   With bullets (Product Roadmap)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44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These slides are meant for the product roadmap only.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38" descr="Window 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1232" y="1066800"/>
            <a:ext cx="7150101" cy="44688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402" y="0"/>
                </a:moveTo>
                <a:cubicBezTo>
                  <a:pt x="284" y="0"/>
                  <a:pt x="214" y="0"/>
                  <a:pt x="166" y="32"/>
                </a:cubicBezTo>
                <a:cubicBezTo>
                  <a:pt x="98" y="71"/>
                  <a:pt x="45" y="157"/>
                  <a:pt x="20" y="266"/>
                </a:cubicBezTo>
                <a:cubicBezTo>
                  <a:pt x="0" y="342"/>
                  <a:pt x="0" y="455"/>
                  <a:pt x="0" y="644"/>
                </a:cubicBezTo>
                <a:lnTo>
                  <a:pt x="0" y="20955"/>
                </a:lnTo>
                <a:cubicBezTo>
                  <a:pt x="0" y="21144"/>
                  <a:pt x="0" y="21258"/>
                  <a:pt x="20" y="21334"/>
                </a:cubicBezTo>
                <a:cubicBezTo>
                  <a:pt x="45" y="21443"/>
                  <a:pt x="98" y="21529"/>
                  <a:pt x="166" y="21568"/>
                </a:cubicBezTo>
                <a:cubicBezTo>
                  <a:pt x="214" y="21600"/>
                  <a:pt x="284" y="21600"/>
                  <a:pt x="402" y="21600"/>
                </a:cubicBezTo>
                <a:lnTo>
                  <a:pt x="21198" y="21600"/>
                </a:lnTo>
                <a:cubicBezTo>
                  <a:pt x="21316" y="21600"/>
                  <a:pt x="21386" y="21600"/>
                  <a:pt x="21434" y="21568"/>
                </a:cubicBezTo>
                <a:cubicBezTo>
                  <a:pt x="21502" y="21529"/>
                  <a:pt x="21555" y="21443"/>
                  <a:pt x="21580" y="21334"/>
                </a:cubicBezTo>
                <a:cubicBezTo>
                  <a:pt x="21600" y="21258"/>
                  <a:pt x="21600" y="21144"/>
                  <a:pt x="21600" y="20955"/>
                </a:cubicBezTo>
                <a:lnTo>
                  <a:pt x="21600" y="644"/>
                </a:lnTo>
                <a:cubicBezTo>
                  <a:pt x="21600" y="455"/>
                  <a:pt x="21600" y="342"/>
                  <a:pt x="21580" y="266"/>
                </a:cubicBezTo>
                <a:cubicBezTo>
                  <a:pt x="21555" y="157"/>
                  <a:pt x="21502" y="71"/>
                  <a:pt x="21434" y="32"/>
                </a:cubicBezTo>
                <a:cubicBezTo>
                  <a:pt x="21386" y="0"/>
                  <a:pt x="21316" y="0"/>
                  <a:pt x="21198" y="0"/>
                </a:cubicBezTo>
                <a:lnTo>
                  <a:pt x="402" y="0"/>
                </a:lnTo>
                <a:close/>
              </a:path>
            </a:pathLst>
          </a:custGeom>
          <a:noFill/>
          <a:ln>
            <a:noFill/>
          </a:ln>
          <a:effectLst>
            <a:outerShdw blurRad="762000" dist="381000" dir="5400000" rotWithShape="0">
              <a:srgbClr val="002847">
                <a:alpha val="14117"/>
              </a:srgbClr>
            </a:outerShdw>
          </a:effectLst>
        </p:spPr>
      </p:pic>
      <p:sp>
        <p:nvSpPr>
          <p:cNvPr id="546" name="Google Shape;546;p38"/>
          <p:cNvSpPr txBox="1"/>
          <p:nvPr/>
        </p:nvSpPr>
        <p:spPr>
          <a:xfrm>
            <a:off x="1440486" y="3274752"/>
            <a:ext cx="2318468" cy="23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9525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Description 2-3 lines max.</a:t>
            </a:r>
            <a:endParaRPr sz="12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47" name="Google Shape;547;p38" descr="CA 1"/>
          <p:cNvPicPr preferRelativeResize="0"/>
          <p:nvPr/>
        </p:nvPicPr>
        <p:blipFill rotWithShape="1">
          <a:blip r:embed="rId4">
            <a:alphaModFix amt="0"/>
          </a:blip>
          <a:srcRect/>
          <a:stretch/>
        </p:blipFill>
        <p:spPr>
          <a:xfrm>
            <a:off x="5439395" y="1750516"/>
            <a:ext cx="3756026" cy="175914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875" y="0"/>
                </a:moveTo>
                <a:cubicBezTo>
                  <a:pt x="619" y="0"/>
                  <a:pt x="464" y="1"/>
                  <a:pt x="362" y="93"/>
                </a:cubicBezTo>
                <a:cubicBezTo>
                  <a:pt x="214" y="208"/>
                  <a:pt x="97" y="456"/>
                  <a:pt x="43" y="772"/>
                </a:cubicBezTo>
                <a:cubicBezTo>
                  <a:pt x="0" y="992"/>
                  <a:pt x="0" y="1321"/>
                  <a:pt x="0" y="1869"/>
                </a:cubicBezTo>
                <a:lnTo>
                  <a:pt x="0" y="19731"/>
                </a:lnTo>
                <a:cubicBezTo>
                  <a:pt x="0" y="20279"/>
                  <a:pt x="0" y="20608"/>
                  <a:pt x="43" y="20828"/>
                </a:cubicBezTo>
                <a:cubicBezTo>
                  <a:pt x="97" y="21144"/>
                  <a:pt x="214" y="21392"/>
                  <a:pt x="362" y="21507"/>
                </a:cubicBezTo>
                <a:cubicBezTo>
                  <a:pt x="464" y="21599"/>
                  <a:pt x="619" y="21600"/>
                  <a:pt x="875" y="21600"/>
                </a:cubicBezTo>
                <a:lnTo>
                  <a:pt x="20725" y="21600"/>
                </a:lnTo>
                <a:cubicBezTo>
                  <a:pt x="20981" y="21600"/>
                  <a:pt x="21136" y="21599"/>
                  <a:pt x="21238" y="21507"/>
                </a:cubicBezTo>
                <a:cubicBezTo>
                  <a:pt x="21386" y="21392"/>
                  <a:pt x="21503" y="21144"/>
                  <a:pt x="21557" y="20828"/>
                </a:cubicBezTo>
                <a:cubicBezTo>
                  <a:pt x="21600" y="20608"/>
                  <a:pt x="21600" y="20279"/>
                  <a:pt x="21600" y="19731"/>
                </a:cubicBezTo>
                <a:lnTo>
                  <a:pt x="21600" y="1869"/>
                </a:lnTo>
                <a:cubicBezTo>
                  <a:pt x="21600" y="1321"/>
                  <a:pt x="21600" y="992"/>
                  <a:pt x="21557" y="772"/>
                </a:cubicBezTo>
                <a:cubicBezTo>
                  <a:pt x="21503" y="456"/>
                  <a:pt x="21386" y="208"/>
                  <a:pt x="21238" y="93"/>
                </a:cubicBezTo>
                <a:cubicBezTo>
                  <a:pt x="21136" y="1"/>
                  <a:pt x="20981" y="0"/>
                  <a:pt x="20725" y="0"/>
                </a:cubicBezTo>
                <a:lnTo>
                  <a:pt x="875" y="0"/>
                </a:lnTo>
                <a:close/>
              </a:path>
            </a:pathLst>
          </a:cu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48" name="Google Shape;548;p38" descr="Window 1"/>
          <p:cNvPicPr preferRelativeResize="0"/>
          <p:nvPr/>
        </p:nvPicPr>
        <p:blipFill rotWithShape="1">
          <a:blip r:embed="rId5">
            <a:alphaModFix amt="0"/>
          </a:blip>
          <a:srcRect/>
          <a:stretch/>
        </p:blipFill>
        <p:spPr>
          <a:xfrm>
            <a:off x="5448672" y="3612158"/>
            <a:ext cx="3724077" cy="1781970"/>
          </a:xfrm>
          <a:custGeom>
            <a:avLst/>
            <a:gdLst/>
            <a:ahLst/>
            <a:cxnLst/>
            <a:rect l="l" t="t" r="r" b="b"/>
            <a:pathLst>
              <a:path w="21599" h="21599" extrusionOk="0">
                <a:moveTo>
                  <a:pt x="851" y="0"/>
                </a:moveTo>
                <a:cubicBezTo>
                  <a:pt x="601" y="0"/>
                  <a:pt x="451" y="-1"/>
                  <a:pt x="351" y="86"/>
                </a:cubicBezTo>
                <a:cubicBezTo>
                  <a:pt x="207" y="196"/>
                  <a:pt x="94" y="432"/>
                  <a:pt x="42" y="733"/>
                </a:cubicBezTo>
                <a:cubicBezTo>
                  <a:pt x="0" y="942"/>
                  <a:pt x="0" y="1255"/>
                  <a:pt x="0" y="1777"/>
                </a:cubicBezTo>
                <a:lnTo>
                  <a:pt x="0" y="19819"/>
                </a:lnTo>
                <a:cubicBezTo>
                  <a:pt x="0" y="20341"/>
                  <a:pt x="0" y="20654"/>
                  <a:pt x="42" y="20863"/>
                </a:cubicBezTo>
                <a:cubicBezTo>
                  <a:pt x="94" y="21164"/>
                  <a:pt x="207" y="21400"/>
                  <a:pt x="351" y="21510"/>
                </a:cubicBezTo>
                <a:cubicBezTo>
                  <a:pt x="451" y="21597"/>
                  <a:pt x="601" y="21599"/>
                  <a:pt x="851" y="21599"/>
                </a:cubicBezTo>
                <a:lnTo>
                  <a:pt x="20749" y="21599"/>
                </a:lnTo>
                <a:cubicBezTo>
                  <a:pt x="20999" y="21599"/>
                  <a:pt x="21149" y="21597"/>
                  <a:pt x="21249" y="21510"/>
                </a:cubicBezTo>
                <a:cubicBezTo>
                  <a:pt x="21393" y="21400"/>
                  <a:pt x="21506" y="21164"/>
                  <a:pt x="21558" y="20863"/>
                </a:cubicBezTo>
                <a:cubicBezTo>
                  <a:pt x="21600" y="20654"/>
                  <a:pt x="21600" y="20341"/>
                  <a:pt x="21600" y="19819"/>
                </a:cubicBezTo>
                <a:lnTo>
                  <a:pt x="21600" y="1777"/>
                </a:lnTo>
                <a:cubicBezTo>
                  <a:pt x="21600" y="1255"/>
                  <a:pt x="21600" y="942"/>
                  <a:pt x="21558" y="733"/>
                </a:cubicBezTo>
                <a:cubicBezTo>
                  <a:pt x="21506" y="432"/>
                  <a:pt x="21393" y="196"/>
                  <a:pt x="21249" y="86"/>
                </a:cubicBezTo>
                <a:cubicBezTo>
                  <a:pt x="21149" y="-1"/>
                  <a:pt x="20999" y="0"/>
                  <a:pt x="20749" y="0"/>
                </a:cubicBezTo>
                <a:lnTo>
                  <a:pt x="851" y="0"/>
                </a:lnTo>
                <a:close/>
              </a:path>
            </a:pathLst>
          </a:custGeom>
          <a:noFill/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49" name="Google Shape;549;p38"/>
          <p:cNvSpPr/>
          <p:nvPr/>
        </p:nvSpPr>
        <p:spPr>
          <a:xfrm>
            <a:off x="3866862" y="2554288"/>
            <a:ext cx="1572534" cy="84205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559"/>
                </a:moveTo>
                <a:lnTo>
                  <a:pt x="9622" y="21600"/>
                </a:lnTo>
                <a:lnTo>
                  <a:pt x="9565" y="159"/>
                </a:lnTo>
                <a:lnTo>
                  <a:pt x="21600" y="0"/>
                </a:lnTo>
              </a:path>
            </a:pathLst>
          </a:custGeom>
          <a:noFill/>
          <a:ln w="38100" cap="flat" cmpd="sng">
            <a:solidFill>
              <a:srgbClr val="F5B31B"/>
            </a:solidFill>
            <a:prstDash val="solid"/>
            <a:round/>
            <a:headEnd type="none" w="sm" len="sm"/>
            <a:tailEnd type="oval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0" name="Google Shape;550;p38"/>
          <p:cNvSpPr/>
          <p:nvPr/>
        </p:nvSpPr>
        <p:spPr>
          <a:xfrm>
            <a:off x="3876139" y="4079579"/>
            <a:ext cx="1572534" cy="39816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21559"/>
                </a:moveTo>
                <a:lnTo>
                  <a:pt x="7910" y="21600"/>
                </a:lnTo>
                <a:lnTo>
                  <a:pt x="7853" y="159"/>
                </a:lnTo>
                <a:lnTo>
                  <a:pt x="21600" y="0"/>
                </a:lnTo>
              </a:path>
            </a:pathLst>
          </a:custGeom>
          <a:noFill/>
          <a:ln w="38100" cap="flat" cmpd="sng">
            <a:solidFill>
              <a:srgbClr val="F5B31B"/>
            </a:solidFill>
            <a:prstDash val="solid"/>
            <a:round/>
            <a:headEnd type="none" w="sm" len="sm"/>
            <a:tailEnd type="oval" w="med" len="med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Lato"/>
              <a:buNone/>
            </a:pP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1" name="Google Shape;551;p38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F9DC1"/>
                </a:solidFill>
                <a:latin typeface="Inter"/>
                <a:ea typeface="Inter"/>
                <a:cs typeface="Inter"/>
                <a:sym typeface="Inter"/>
              </a:rPr>
              <a:t>Footer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2" name="Google Shape;552;p38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Footer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3" name="Google Shape;553;p38"/>
          <p:cNvSpPr txBox="1"/>
          <p:nvPr/>
        </p:nvSpPr>
        <p:spPr>
          <a:xfrm>
            <a:off x="823295" y="1340585"/>
            <a:ext cx="2318467" cy="1179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FEATURES CALLED OUT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Product name</a:t>
            </a:r>
            <a:endParaRPr sz="20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Short description stick </a:t>
            </a:r>
            <a:b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to 2-3 lines</a:t>
            </a: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4" name="Google Shape;554;p38"/>
          <p:cNvSpPr txBox="1"/>
          <p:nvPr/>
        </p:nvSpPr>
        <p:spPr>
          <a:xfrm>
            <a:off x="1440486" y="4356066"/>
            <a:ext cx="2318468" cy="23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9525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Description 2-3 lines max.</a:t>
            </a:r>
            <a:endParaRPr sz="12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5" name="Google Shape;555;p38"/>
          <p:cNvSpPr txBox="1"/>
          <p:nvPr/>
        </p:nvSpPr>
        <p:spPr>
          <a:xfrm>
            <a:off x="5304110" y="1869882"/>
            <a:ext cx="4013200" cy="1520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r>
              <a:rPr lang="en-US" sz="232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 change image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endParaRPr sz="232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"/>
              <a:buFont typeface="Arial"/>
              <a:buNone/>
            </a:pPr>
            <a:r>
              <a:rPr lang="en-US" sz="232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RIGHT CLICK&gt; CHANGE PICTURE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6" name="Google Shape;556;p38"/>
          <p:cNvSpPr txBox="1"/>
          <p:nvPr/>
        </p:nvSpPr>
        <p:spPr>
          <a:xfrm>
            <a:off x="0" y="-114264"/>
            <a:ext cx="3944890" cy="91307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142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2. Features called outs (Keynote presentations)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2349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For keynote presentations we need to keep text to a minimum. Please use call outs instead of bullets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1" name="Google Shape;561;p39"/>
          <p:cNvCxnSpPr/>
          <p:nvPr/>
        </p:nvCxnSpPr>
        <p:spPr>
          <a:xfrm rot="10800000">
            <a:off x="-595086" y="5545258"/>
            <a:ext cx="4778203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562" name="Google Shape;562;p39"/>
          <p:cNvSpPr txBox="1"/>
          <p:nvPr/>
        </p:nvSpPr>
        <p:spPr>
          <a:xfrm>
            <a:off x="806757" y="5791200"/>
            <a:ext cx="3376360" cy="31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Footer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Google Shape;563;p39"/>
          <p:cNvSpPr txBox="1"/>
          <p:nvPr/>
        </p:nvSpPr>
        <p:spPr>
          <a:xfrm>
            <a:off x="823295" y="1340585"/>
            <a:ext cx="2318467" cy="3385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Mobile products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Product name</a:t>
            </a:r>
            <a:endParaRPr sz="20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Short description stick </a:t>
            </a:r>
            <a:b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to 2-3 lines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Subheader</a:t>
            </a: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1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Subheader</a:t>
            </a: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15888" marR="0" lvl="0" indent="-106363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61D5"/>
              </a:buClr>
              <a:buSzPts val="108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No more than 2 lines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Google Shape;564;p39"/>
          <p:cNvSpPr txBox="1"/>
          <p:nvPr/>
        </p:nvSpPr>
        <p:spPr>
          <a:xfrm>
            <a:off x="334012" y="5420951"/>
            <a:ext cx="3287485" cy="369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TEXT LIMIT: </a:t>
            </a:r>
            <a:b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000" b="0" i="0" u="none" strike="noStrike" cap="none">
                <a:solidFill>
                  <a:srgbClr val="EC3657"/>
                </a:solidFill>
                <a:latin typeface="Inter"/>
                <a:ea typeface="Inter"/>
                <a:cs typeface="Inter"/>
                <a:sym typeface="Inter"/>
              </a:rPr>
              <a:t>If you go passed this line, please shorten your copy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65" name="Google Shape;565;p39" descr="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3794" y="874581"/>
            <a:ext cx="3621966" cy="7792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60278" y="1137510"/>
            <a:ext cx="3276205" cy="7283451"/>
          </a:xfrm>
          <a:prstGeom prst="roundRect">
            <a:avLst>
              <a:gd name="adj" fmla="val 5473"/>
            </a:avLst>
          </a:prstGeom>
          <a:noFill/>
          <a:ln>
            <a:noFill/>
          </a:ln>
        </p:spPr>
      </p:pic>
      <p:pic>
        <p:nvPicPr>
          <p:cNvPr id="567" name="Google Shape;567;p39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818682" y="1242720"/>
            <a:ext cx="159453" cy="159499"/>
          </a:xfrm>
          <a:custGeom>
            <a:avLst/>
            <a:gdLst/>
            <a:ahLst/>
            <a:cxnLst/>
            <a:rect l="l" t="t" r="r" b="b"/>
            <a:pathLst>
              <a:path w="19677" h="20594" extrusionOk="0">
                <a:moveTo>
                  <a:pt x="9839" y="0"/>
                </a:moveTo>
                <a:cubicBezTo>
                  <a:pt x="7319" y="0"/>
                  <a:pt x="4807" y="1012"/>
                  <a:pt x="2884" y="3023"/>
                </a:cubicBezTo>
                <a:cubicBezTo>
                  <a:pt x="-961" y="7047"/>
                  <a:pt x="-961" y="13553"/>
                  <a:pt x="2884" y="17577"/>
                </a:cubicBezTo>
                <a:cubicBezTo>
                  <a:pt x="6730" y="21600"/>
                  <a:pt x="12948" y="21600"/>
                  <a:pt x="16794" y="17577"/>
                </a:cubicBezTo>
                <a:cubicBezTo>
                  <a:pt x="20639" y="13553"/>
                  <a:pt x="20639" y="7047"/>
                  <a:pt x="16794" y="3023"/>
                </a:cubicBezTo>
                <a:cubicBezTo>
                  <a:pt x="14871" y="1012"/>
                  <a:pt x="12359" y="0"/>
                  <a:pt x="9839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568" name="Google Shape;568;p39" descr="iPhone 14 Pro - Space Black - Portraitas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78376" y="874581"/>
            <a:ext cx="3878805" cy="7861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9"/>
          <p:cNvPicPr preferRelativeResize="0"/>
          <p:nvPr/>
        </p:nvPicPr>
        <p:blipFill rotWithShape="1">
          <a:blip r:embed="rId7">
            <a:alphaModFix/>
          </a:blip>
          <a:srcRect l="162" r="160"/>
          <a:stretch/>
        </p:blipFill>
        <p:spPr>
          <a:xfrm>
            <a:off x="3910179" y="1111851"/>
            <a:ext cx="3421261" cy="7419712"/>
          </a:xfrm>
          <a:prstGeom prst="roundRect">
            <a:avLst>
              <a:gd name="adj" fmla="val 13380"/>
            </a:avLst>
          </a:prstGeom>
          <a:noFill/>
          <a:ln>
            <a:noFill/>
          </a:ln>
        </p:spPr>
      </p:pic>
      <p:pic>
        <p:nvPicPr>
          <p:cNvPr id="570" name="Google Shape;570;p39" descr="Imag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73409" y="1201931"/>
            <a:ext cx="1092378" cy="327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0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/>
              <a:t>CUSTOMERS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LOGO AND IMAGE ONLY</a:t>
            </a:r>
            <a:br>
              <a:rPr lang="en-US" sz="2800" b="0">
                <a:solidFill>
                  <a:srgbClr val="0061D5"/>
                </a:solidFill>
              </a:rPr>
            </a:br>
            <a:r>
              <a:rPr lang="en-US" sz="2800" b="0">
                <a:solidFill>
                  <a:srgbClr val="0061D5"/>
                </a:solidFill>
              </a:rPr>
              <a:t>USE CASES AND IMAGE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STATS AND IMAGE</a:t>
            </a:r>
            <a:br>
              <a:rPr lang="en-US" sz="2800" b="0">
                <a:solidFill>
                  <a:srgbClr val="0061D5"/>
                </a:solidFill>
              </a:rPr>
            </a:br>
            <a:r>
              <a:rPr lang="en-US" sz="2800" b="0">
                <a:solidFill>
                  <a:srgbClr val="0061D5"/>
                </a:solidFill>
              </a:rPr>
              <a:t>CUSTOMER 3-UP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41"/>
          <p:cNvPicPr preferRelativeResize="0"/>
          <p:nvPr/>
        </p:nvPicPr>
        <p:blipFill rotWithShape="1">
          <a:blip r:embed="rId3">
            <a:alphaModFix/>
          </a:blip>
          <a:srcRect l="-503"/>
          <a:stretch/>
        </p:blipFill>
        <p:spPr>
          <a:xfrm>
            <a:off x="4217679" y="0"/>
            <a:ext cx="7974322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1" name="Google Shape;581;p41"/>
          <p:cNvGrpSpPr/>
          <p:nvPr/>
        </p:nvGrpSpPr>
        <p:grpSpPr>
          <a:xfrm>
            <a:off x="0" y="0"/>
            <a:ext cx="5743575" cy="6858000"/>
            <a:chOff x="0" y="0"/>
            <a:chExt cx="5743575" cy="6858000"/>
          </a:xfrm>
        </p:grpSpPr>
        <p:pic>
          <p:nvPicPr>
            <p:cNvPr id="582" name="Google Shape;582;p4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5743575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1"/>
            <p:cNvSpPr/>
            <p:nvPr/>
          </p:nvSpPr>
          <p:spPr>
            <a:xfrm>
              <a:off x="476281" y="2286690"/>
              <a:ext cx="4602073" cy="2284620"/>
            </a:xfrm>
            <a:prstGeom prst="roundRect">
              <a:avLst>
                <a:gd name="adj" fmla="val 8431"/>
              </a:avLst>
            </a:prstGeom>
            <a:solidFill>
              <a:srgbClr val="FFFFFF"/>
            </a:solidFill>
            <a:ln>
              <a:noFill/>
            </a:ln>
            <a:effectLst>
              <a:outerShdw blurRad="469900" dist="215900" dir="4765249" rotWithShape="0">
                <a:srgbClr val="000000">
                  <a:alpha val="35294"/>
                </a:srgbClr>
              </a:outerShdw>
            </a:effectLst>
          </p:spPr>
          <p:txBody>
            <a:bodyPr spcFirstLastPara="1" wrap="square" lIns="45700" tIns="45700" rIns="45700" bIns="45700" anchor="b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584" name="Google Shape;584;p41" descr="Logo_NIKE.sv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53825" y="2896557"/>
            <a:ext cx="2847001" cy="1017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p42"/>
          <p:cNvPicPr preferRelativeResize="0"/>
          <p:nvPr/>
        </p:nvPicPr>
        <p:blipFill rotWithShape="1">
          <a:blip r:embed="rId3">
            <a:alphaModFix/>
          </a:blip>
          <a:srcRect l="-503"/>
          <a:stretch/>
        </p:blipFill>
        <p:spPr>
          <a:xfrm>
            <a:off x="4217679" y="0"/>
            <a:ext cx="79743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57435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2"/>
          <p:cNvSpPr/>
          <p:nvPr/>
        </p:nvSpPr>
        <p:spPr>
          <a:xfrm>
            <a:off x="312080" y="284337"/>
            <a:ext cx="4403758" cy="5925312"/>
          </a:xfrm>
          <a:prstGeom prst="roundRect">
            <a:avLst>
              <a:gd name="adj" fmla="val 5686"/>
            </a:avLst>
          </a:pr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12549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2" name="Google Shape;592;p42" descr="Shape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711750"/>
            <a:ext cx="923925" cy="327375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42"/>
          <p:cNvSpPr txBox="1"/>
          <p:nvPr/>
        </p:nvSpPr>
        <p:spPr>
          <a:xfrm>
            <a:off x="477186" y="1404656"/>
            <a:ext cx="4118259" cy="646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  <a:t>Agency and partner collaboration</a:t>
            </a:r>
            <a:br>
              <a:rPr lang="en-US" sz="1200" b="0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Marketing workflows with external agencies are streamlined for secure collaboration on Illustrator, Photoshop and other design files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  <a:t>Marketing launch support</a:t>
            </a:r>
            <a:br>
              <a:rPr lang="en-US" sz="1200" b="0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Nike marketing teams launched marketing campaigns faster with easier review, approval, and task assignment across agencies, legal, and clients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  <a:t>Design and R&amp;D collaboration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Nike protected proprietary files with granular access permissions and watermarking capabilities, so only approved collaborators could view, download, or edit design files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Potential losses of millions of dollars in revenue were avoided by watermarking product designs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>
                <a:solidFill>
                  <a:srgbClr val="151F26"/>
                </a:solidFill>
                <a:latin typeface="Inter"/>
                <a:ea typeface="Inter"/>
                <a:cs typeface="Inter"/>
                <a:sym typeface="Inter"/>
              </a:rPr>
              <a:t>Financial forecasting collaboration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Financial teams are now able to collaborate in real-time </a:t>
            </a:r>
            <a:b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2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on forecasts by leveraging version history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151F2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43"/>
          <p:cNvPicPr preferRelativeResize="0"/>
          <p:nvPr/>
        </p:nvPicPr>
        <p:blipFill rotWithShape="1">
          <a:blip r:embed="rId3">
            <a:alphaModFix/>
          </a:blip>
          <a:srcRect l="-503"/>
          <a:stretch/>
        </p:blipFill>
        <p:spPr>
          <a:xfrm>
            <a:off x="4217679" y="0"/>
            <a:ext cx="79743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57435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43"/>
          <p:cNvSpPr/>
          <p:nvPr/>
        </p:nvSpPr>
        <p:spPr>
          <a:xfrm>
            <a:off x="312080" y="284337"/>
            <a:ext cx="4403758" cy="5925312"/>
          </a:xfrm>
          <a:prstGeom prst="roundRect">
            <a:avLst>
              <a:gd name="adj" fmla="val 5686"/>
            </a:avLst>
          </a:pr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12549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1" name="Google Shape;601;p43" descr="Shape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82854" y="711750"/>
            <a:ext cx="1258728" cy="446006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3"/>
          <p:cNvSpPr txBox="1"/>
          <p:nvPr/>
        </p:nvSpPr>
        <p:spPr>
          <a:xfrm>
            <a:off x="1068068" y="2381759"/>
            <a:ext cx="28883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data generated by enterprises</a:t>
            </a:r>
            <a:b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in 2023 with nearly one third stored on-premises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3" name="Google Shape;603;p43"/>
          <p:cNvSpPr txBox="1"/>
          <p:nvPr/>
        </p:nvSpPr>
        <p:spPr>
          <a:xfrm>
            <a:off x="1115955" y="1251966"/>
            <a:ext cx="2792527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n-US" sz="650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6.6 ZB</a:t>
            </a:r>
            <a:endParaRPr sz="140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4" name="Google Shape;604;p43"/>
          <p:cNvSpPr txBox="1"/>
          <p:nvPr/>
        </p:nvSpPr>
        <p:spPr>
          <a:xfrm>
            <a:off x="1068068" y="4592596"/>
            <a:ext cx="28883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data generated by enterprises</a:t>
            </a:r>
            <a:b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in 2023 with nearly one third stored on-premises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5" name="Google Shape;605;p43"/>
          <p:cNvSpPr txBox="1"/>
          <p:nvPr/>
        </p:nvSpPr>
        <p:spPr>
          <a:xfrm>
            <a:off x="1115955" y="3462803"/>
            <a:ext cx="2792527" cy="109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n-US" sz="650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6.6 ZB</a:t>
            </a:r>
            <a:endParaRPr sz="140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6" name="Google Shape;606;p43"/>
          <p:cNvSpPr txBox="1"/>
          <p:nvPr/>
        </p:nvSpPr>
        <p:spPr>
          <a:xfrm>
            <a:off x="806757" y="5632969"/>
            <a:ext cx="3410922" cy="46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767676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4"/>
          <p:cNvSpPr/>
          <p:nvPr/>
        </p:nvSpPr>
        <p:spPr>
          <a:xfrm>
            <a:off x="467368" y="3911872"/>
            <a:ext cx="3634956" cy="2311114"/>
          </a:xfrm>
          <a:custGeom>
            <a:avLst/>
            <a:gdLst/>
            <a:ahLst/>
            <a:cxnLst/>
            <a:rect l="l" t="t" r="r" b="b"/>
            <a:pathLst>
              <a:path w="3634956" h="2311114" extrusionOk="0">
                <a:moveTo>
                  <a:pt x="0" y="0"/>
                </a:moveTo>
                <a:lnTo>
                  <a:pt x="3634956" y="0"/>
                </a:lnTo>
                <a:lnTo>
                  <a:pt x="3634956" y="2043036"/>
                </a:lnTo>
                <a:cubicBezTo>
                  <a:pt x="3634956" y="2191091"/>
                  <a:pt x="3514933" y="2311114"/>
                  <a:pt x="3366878" y="2311114"/>
                </a:cubicBezTo>
                <a:lnTo>
                  <a:pt x="268078" y="2311114"/>
                </a:lnTo>
                <a:cubicBezTo>
                  <a:pt x="120023" y="2311114"/>
                  <a:pt x="0" y="2191091"/>
                  <a:pt x="0" y="204303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12549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3" name="Google Shape;613;p44"/>
          <p:cNvSpPr txBox="1"/>
          <p:nvPr/>
        </p:nvSpPr>
        <p:spPr>
          <a:xfrm>
            <a:off x="720906" y="4998269"/>
            <a:ext cx="3111500" cy="83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Reduced risk of data leaks and loss of millions of dollars in revenue by protecting proprietary product designs​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4" name="Google Shape;614;p44" descr="Swoosh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8400" y="4347961"/>
            <a:ext cx="1121810" cy="399206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4"/>
          <p:cNvSpPr/>
          <p:nvPr/>
        </p:nvSpPr>
        <p:spPr>
          <a:xfrm>
            <a:off x="4284400" y="1036320"/>
            <a:ext cx="3634956" cy="5181600"/>
          </a:xfrm>
          <a:prstGeom prst="roundRect">
            <a:avLst>
              <a:gd name="adj" fmla="val 7375"/>
            </a:avLst>
          </a:pr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12549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6" name="Google Shape;616;p44"/>
          <p:cNvSpPr txBox="1"/>
          <p:nvPr/>
        </p:nvSpPr>
        <p:spPr>
          <a:xfrm>
            <a:off x="4550830" y="5019236"/>
            <a:ext cx="3111500" cy="880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Digitized client experiences and simplified advisor workflows across </a:t>
            </a:r>
            <a:b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the full wealth management division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7" name="Google Shape;617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5360" y="4312793"/>
            <a:ext cx="2522440" cy="63061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44"/>
          <p:cNvSpPr/>
          <p:nvPr/>
        </p:nvSpPr>
        <p:spPr>
          <a:xfrm>
            <a:off x="8091636" y="1036320"/>
            <a:ext cx="3634956" cy="5181600"/>
          </a:xfrm>
          <a:prstGeom prst="roundRect">
            <a:avLst>
              <a:gd name="adj" fmla="val 7375"/>
            </a:avLst>
          </a:prstGeom>
          <a:solidFill>
            <a:schemeClr val="lt1"/>
          </a:solidFill>
          <a:ln>
            <a:noFill/>
          </a:ln>
          <a:effectLst>
            <a:outerShdw blurRad="635000" dist="635000" dir="468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342900" tIns="342900" rIns="342900" bIns="3429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ato"/>
              <a:buNone/>
            </a:pPr>
            <a:endParaRPr sz="2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19" name="Google Shape;619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73843" y="4449492"/>
            <a:ext cx="2389109" cy="328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0" name="Google Shape;620;p44"/>
          <p:cNvSpPr txBox="1"/>
          <p:nvPr/>
        </p:nvSpPr>
        <p:spPr>
          <a:xfrm>
            <a:off x="8359594" y="5019235"/>
            <a:ext cx="3111500" cy="880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Saved $10 million by eliminating content silos and reinventing critical product and vendor workflows</a:t>
            </a:r>
            <a:endParaRPr sz="14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21" name="Google Shape;621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5204" y="637046"/>
            <a:ext cx="3639312" cy="3276797"/>
          </a:xfrm>
          <a:prstGeom prst="round2SameRect">
            <a:avLst>
              <a:gd name="adj1" fmla="val 9591"/>
              <a:gd name="adj2" fmla="val 0"/>
            </a:avLst>
          </a:prstGeom>
          <a:noFill/>
          <a:ln>
            <a:noFill/>
          </a:ln>
        </p:spPr>
      </p:pic>
      <p:pic>
        <p:nvPicPr>
          <p:cNvPr id="622" name="Google Shape;622;p4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82236" y="637046"/>
            <a:ext cx="3637120" cy="3274823"/>
          </a:xfrm>
          <a:prstGeom prst="round2SameRect">
            <a:avLst>
              <a:gd name="adj1" fmla="val 9591"/>
              <a:gd name="adj2" fmla="val 0"/>
            </a:avLst>
          </a:prstGeom>
          <a:noFill/>
          <a:ln>
            <a:noFill/>
          </a:ln>
        </p:spPr>
      </p:pic>
      <p:pic>
        <p:nvPicPr>
          <p:cNvPr id="623" name="Google Shape;623;p4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89472" y="637046"/>
            <a:ext cx="3637120" cy="3274823"/>
          </a:xfrm>
          <a:prstGeom prst="round2SameRect">
            <a:avLst>
              <a:gd name="adj1" fmla="val 9591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5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/>
              <a:t>CLOSING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TAKEAWAY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THANK YOU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1D5"/>
              </a:buClr>
              <a:buSzPts val="2800"/>
              <a:buNone/>
            </a:pPr>
            <a:r>
              <a:rPr lang="en-US" sz="2800" b="0">
                <a:solidFill>
                  <a:srgbClr val="0061D5"/>
                </a:solidFill>
              </a:rPr>
              <a:t>Q&amp;A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6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CTA/Summary/Take away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5" name="Google Shape;635;p46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6" name="Google Shape;636;p46"/>
          <p:cNvSpPr txBox="1"/>
          <p:nvPr/>
        </p:nvSpPr>
        <p:spPr>
          <a:xfrm>
            <a:off x="736175" y="1995519"/>
            <a:ext cx="3365501" cy="202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7" name="Google Shape;637;p46"/>
          <p:cNvSpPr txBox="1"/>
          <p:nvPr/>
        </p:nvSpPr>
        <p:spPr>
          <a:xfrm>
            <a:off x="4413250" y="1995519"/>
            <a:ext cx="3365500" cy="1408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consecur adipiscing Lorem ipsum dolor it amet, consectetur adipiscing 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8" name="Google Shape;638;p46"/>
          <p:cNvSpPr txBox="1"/>
          <p:nvPr/>
        </p:nvSpPr>
        <p:spPr>
          <a:xfrm>
            <a:off x="8089932" y="1995519"/>
            <a:ext cx="3365501" cy="2028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ato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 onsectetur adipiscing Lorem ipsum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90500" marR="0" lvl="0" indent="-190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Lato"/>
              <a:buChar char="•"/>
            </a:pPr>
            <a:r>
              <a:rPr lang="en-US" sz="16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Lorem ipsum dolor it amet, consectetur adipiscing </a:t>
            </a:r>
            <a:endParaRPr sz="1400" b="0" i="0" u="none" strike="noStrike" cap="none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7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Lato"/>
              <a:buNone/>
            </a:pPr>
            <a:r>
              <a:rPr lang="en-US" sz="7200" b="1">
                <a:latin typeface="Inter"/>
                <a:ea typeface="Inter"/>
                <a:cs typeface="Inter"/>
                <a:sym typeface="Inter"/>
              </a:rPr>
              <a:t>Thank you</a:t>
            </a:r>
            <a:br>
              <a:rPr lang="en-US" sz="7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-US" sz="1800" b="1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Speaker Name</a:t>
            </a:r>
            <a:b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Email</a:t>
            </a:r>
            <a:b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@speaker</a:t>
            </a:r>
            <a:b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URL</a:t>
            </a:r>
            <a:b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+1 415 344 2645</a:t>
            </a:r>
            <a:br>
              <a:rPr lang="en-US" sz="1800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</a:br>
            <a:endParaRPr sz="1800">
              <a:solidFill>
                <a:srgbClr val="FE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8" name="Google Shape;648;p48"/>
          <p:cNvGrpSpPr/>
          <p:nvPr/>
        </p:nvGrpSpPr>
        <p:grpSpPr>
          <a:xfrm>
            <a:off x="6713035" y="3999727"/>
            <a:ext cx="3323064" cy="702527"/>
            <a:chOff x="6713035" y="3999727"/>
            <a:chExt cx="3323064" cy="702527"/>
          </a:xfrm>
        </p:grpSpPr>
        <p:sp>
          <p:nvSpPr>
            <p:cNvPr id="649" name="Google Shape;649;p48"/>
            <p:cNvSpPr/>
            <p:nvPr/>
          </p:nvSpPr>
          <p:spPr>
            <a:xfrm>
              <a:off x="6713035" y="3999727"/>
              <a:ext cx="3323064" cy="702527"/>
            </a:xfrm>
            <a:prstGeom prst="roundRect">
              <a:avLst>
                <a:gd name="adj" fmla="val 16667"/>
              </a:avLst>
            </a:prstGeom>
            <a:solidFill>
              <a:srgbClr val="39AB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75088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650" name="Google Shape;650;p48" descr="Brandfetch | Slido Logos &amp; Brand Asset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831982" y="4189735"/>
              <a:ext cx="962722" cy="3225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48"/>
            <p:cNvSpPr/>
            <p:nvPr/>
          </p:nvSpPr>
          <p:spPr>
            <a:xfrm>
              <a:off x="7913651" y="4100089"/>
              <a:ext cx="2047767" cy="504558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750888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52" name="Google Shape;652;p48"/>
            <p:cNvSpPr txBox="1"/>
            <p:nvPr/>
          </p:nvSpPr>
          <p:spPr>
            <a:xfrm>
              <a:off x="7993379" y="4167702"/>
              <a:ext cx="18641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635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dk2"/>
                  </a:solidFill>
                  <a:latin typeface="Inter"/>
                  <a:ea typeface="Inter"/>
                  <a:cs typeface="Inter"/>
                  <a:sym typeface="Inter"/>
                </a:rPr>
                <a:t>XXXXX</a:t>
              </a:r>
              <a:endParaRPr sz="14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53" name="Google Shape;653;p48"/>
          <p:cNvSpPr txBox="1">
            <a:spLocks noGrp="1"/>
          </p:cNvSpPr>
          <p:nvPr>
            <p:ph type="title"/>
          </p:nvPr>
        </p:nvSpPr>
        <p:spPr>
          <a:xfrm>
            <a:off x="495300" y="2640568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ato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Q&amp;A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4" name="Google Shape;654;p48"/>
          <p:cNvSpPr/>
          <p:nvPr/>
        </p:nvSpPr>
        <p:spPr>
          <a:xfrm>
            <a:off x="2141035" y="3999727"/>
            <a:ext cx="3323064" cy="702527"/>
          </a:xfrm>
          <a:prstGeom prst="roundRect">
            <a:avLst>
              <a:gd name="adj" fmla="val 16667"/>
            </a:avLst>
          </a:prstGeom>
          <a:solidFill>
            <a:srgbClr val="4A15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750888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5" name="Google Shape;655;p48" descr="slack&quot; Icon - Download for free – Iconduc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41034" y="3999727"/>
            <a:ext cx="702527" cy="702527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2923289" y="4142915"/>
            <a:ext cx="186413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EFFFF"/>
                </a:solidFill>
                <a:latin typeface="Inter"/>
                <a:ea typeface="Inter"/>
                <a:cs typeface="Inter"/>
                <a:sym typeface="Inter"/>
              </a:rPr>
              <a:t>#</a:t>
            </a:r>
            <a:r>
              <a:rPr lang="en-US" sz="18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XXXXX</a:t>
            </a:r>
            <a:endParaRPr sz="1400" b="0" i="0" u="none" strike="noStrike" cap="non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9"/>
          <p:cNvSpPr txBox="1">
            <a:spLocks noGrp="1"/>
          </p:cNvSpPr>
          <p:nvPr>
            <p:ph type="body" idx="1"/>
          </p:nvPr>
        </p:nvSpPr>
        <p:spPr>
          <a:xfrm>
            <a:off x="476250" y="476446"/>
            <a:ext cx="11239500" cy="527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</a:pPr>
            <a:r>
              <a:rPr lang="en-US"/>
              <a:t>ASSET LIBRARY</a:t>
            </a:r>
            <a:endParaRPr sz="2800" b="0">
              <a:solidFill>
                <a:srgbClr val="0061D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0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Box logo</a:t>
            </a:r>
            <a:br>
              <a:rPr lang="en-US">
                <a:latin typeface="Inter"/>
                <a:ea typeface="Inter"/>
                <a:cs typeface="Inter"/>
                <a:sym typeface="Inter"/>
              </a:rPr>
            </a:b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7" name="Google Shape;667;p50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8" name="Google Shape;668;p50"/>
          <p:cNvSpPr/>
          <p:nvPr/>
        </p:nvSpPr>
        <p:spPr>
          <a:xfrm>
            <a:off x="536062" y="1510043"/>
            <a:ext cx="5333248" cy="2671885"/>
          </a:xfrm>
          <a:prstGeom prst="roundRect">
            <a:avLst>
              <a:gd name="adj" fmla="val 800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76175" tIns="38075" rIns="76175" bIns="38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5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9" name="Google Shape;669;p50"/>
          <p:cNvSpPr/>
          <p:nvPr/>
        </p:nvSpPr>
        <p:spPr>
          <a:xfrm>
            <a:off x="6211185" y="1510043"/>
            <a:ext cx="5333248" cy="2671885"/>
          </a:xfrm>
          <a:prstGeom prst="roundRect">
            <a:avLst>
              <a:gd name="adj" fmla="val 8006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76175" tIns="38075" rIns="76175" bIns="380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5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8300" y="1969971"/>
            <a:ext cx="2828772" cy="1497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63423" y="1991011"/>
            <a:ext cx="2828772" cy="1497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92780" y="4619178"/>
            <a:ext cx="1206440" cy="1191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1"/>
          <p:cNvSpPr/>
          <p:nvPr/>
        </p:nvSpPr>
        <p:spPr>
          <a:xfrm>
            <a:off x="711533" y="3588322"/>
            <a:ext cx="2560320" cy="689383"/>
          </a:xfrm>
          <a:prstGeom prst="round2SameRect">
            <a:avLst>
              <a:gd name="adj1" fmla="val 0"/>
              <a:gd name="adj2" fmla="val 23407"/>
            </a:avLst>
          </a:prstGeom>
          <a:solidFill>
            <a:srgbClr val="B3CF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9" name="Google Shape;679;p51"/>
          <p:cNvSpPr/>
          <p:nvPr/>
        </p:nvSpPr>
        <p:spPr>
          <a:xfrm>
            <a:off x="3463698" y="3588322"/>
            <a:ext cx="2560320" cy="689383"/>
          </a:xfrm>
          <a:prstGeom prst="round2SameRect">
            <a:avLst>
              <a:gd name="adj1" fmla="val 0"/>
              <a:gd name="adj2" fmla="val 23407"/>
            </a:avLst>
          </a:prstGeom>
          <a:solidFill>
            <a:srgbClr val="CCD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0" name="Google Shape;680;p51"/>
          <p:cNvSpPr/>
          <p:nvPr/>
        </p:nvSpPr>
        <p:spPr>
          <a:xfrm>
            <a:off x="6224828" y="3588322"/>
            <a:ext cx="2560320" cy="689383"/>
          </a:xfrm>
          <a:prstGeom prst="round2SameRect">
            <a:avLst>
              <a:gd name="adj1" fmla="val 0"/>
              <a:gd name="adj2" fmla="val 23407"/>
            </a:avLst>
          </a:prstGeom>
          <a:solidFill>
            <a:srgbClr val="BCBCB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1" name="Google Shape;681;p5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Color palette</a:t>
            </a:r>
            <a:br>
              <a:rPr lang="en-US">
                <a:latin typeface="Inter"/>
                <a:ea typeface="Inter"/>
                <a:cs typeface="Inter"/>
                <a:sym typeface="Inter"/>
              </a:rPr>
            </a:b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2" name="Google Shape;682;p51"/>
          <p:cNvSpPr/>
          <p:nvPr/>
        </p:nvSpPr>
        <p:spPr>
          <a:xfrm>
            <a:off x="8981093" y="3033926"/>
            <a:ext cx="2560320" cy="1244149"/>
          </a:xfrm>
          <a:prstGeom prst="roundRect">
            <a:avLst>
              <a:gd name="adj" fmla="val 12490"/>
            </a:avLst>
          </a:prstGeom>
          <a:solidFill>
            <a:srgbClr val="FFFFFF"/>
          </a:solidFill>
          <a:ln w="9525" cap="flat" cmpd="sng">
            <a:solidFill>
              <a:srgbClr val="F2F2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3" name="Google Shape;683;p51"/>
          <p:cNvSpPr/>
          <p:nvPr/>
        </p:nvSpPr>
        <p:spPr>
          <a:xfrm>
            <a:off x="8981093" y="1626138"/>
            <a:ext cx="2560320" cy="1332475"/>
          </a:xfrm>
          <a:prstGeom prst="roundRect">
            <a:avLst>
              <a:gd name="adj" fmla="val 1249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4" name="Google Shape;684;p51"/>
          <p:cNvSpPr txBox="1"/>
          <p:nvPr/>
        </p:nvSpPr>
        <p:spPr>
          <a:xfrm>
            <a:off x="495300" y="6323856"/>
            <a:ext cx="7156943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*Indicates color is suitable for text over a white background</a:t>
            </a:r>
            <a:endParaRPr/>
          </a:p>
        </p:txBody>
      </p:sp>
      <p:sp>
        <p:nvSpPr>
          <p:cNvPr id="685" name="Google Shape;685;p51"/>
          <p:cNvSpPr/>
          <p:nvPr/>
        </p:nvSpPr>
        <p:spPr>
          <a:xfrm>
            <a:off x="710719" y="1598430"/>
            <a:ext cx="2560320" cy="1336863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Google Shape;686;p51"/>
          <p:cNvSpPr txBox="1"/>
          <p:nvPr/>
        </p:nvSpPr>
        <p:spPr>
          <a:xfrm>
            <a:off x="827438" y="1710321"/>
            <a:ext cx="864339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Blue*</a:t>
            </a:r>
            <a:endParaRPr/>
          </a:p>
        </p:txBody>
      </p:sp>
      <p:sp>
        <p:nvSpPr>
          <p:cNvPr id="687" name="Google Shape;687;p51"/>
          <p:cNvSpPr txBox="1"/>
          <p:nvPr/>
        </p:nvSpPr>
        <p:spPr>
          <a:xfrm>
            <a:off x="2511791" y="2661986"/>
            <a:ext cx="7024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#0061D5</a:t>
            </a:r>
            <a:endParaRPr/>
          </a:p>
        </p:txBody>
      </p:sp>
      <p:sp>
        <p:nvSpPr>
          <p:cNvPr id="688" name="Google Shape;688;p51"/>
          <p:cNvSpPr/>
          <p:nvPr/>
        </p:nvSpPr>
        <p:spPr>
          <a:xfrm>
            <a:off x="710719" y="2935294"/>
            <a:ext cx="2560320" cy="429638"/>
          </a:xfrm>
          <a:prstGeom prst="rect">
            <a:avLst/>
          </a:prstGeom>
          <a:solidFill>
            <a:srgbClr val="3381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9" name="Google Shape;689;p51"/>
          <p:cNvSpPr txBox="1"/>
          <p:nvPr/>
        </p:nvSpPr>
        <p:spPr>
          <a:xfrm>
            <a:off x="2500569" y="3099729"/>
            <a:ext cx="71365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#3381DD</a:t>
            </a:r>
            <a:endParaRPr/>
          </a:p>
        </p:txBody>
      </p:sp>
      <p:sp>
        <p:nvSpPr>
          <p:cNvPr id="690" name="Google Shape;690;p51"/>
          <p:cNvSpPr txBox="1"/>
          <p:nvPr/>
        </p:nvSpPr>
        <p:spPr>
          <a:xfrm>
            <a:off x="827438" y="3096225"/>
            <a:ext cx="86754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Blue 80</a:t>
            </a:r>
            <a:endParaRPr/>
          </a:p>
        </p:txBody>
      </p:sp>
      <p:sp>
        <p:nvSpPr>
          <p:cNvPr id="691" name="Google Shape;691;p51"/>
          <p:cNvSpPr/>
          <p:nvPr/>
        </p:nvSpPr>
        <p:spPr>
          <a:xfrm>
            <a:off x="710719" y="3364933"/>
            <a:ext cx="2560320" cy="429638"/>
          </a:xfrm>
          <a:prstGeom prst="rect">
            <a:avLst/>
          </a:prstGeom>
          <a:solidFill>
            <a:srgbClr val="7FB0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2" name="Google Shape;692;p51"/>
          <p:cNvSpPr txBox="1"/>
          <p:nvPr/>
        </p:nvSpPr>
        <p:spPr>
          <a:xfrm>
            <a:off x="2498967" y="3529367"/>
            <a:ext cx="71526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#7FB0EA</a:t>
            </a:r>
            <a:endParaRPr/>
          </a:p>
        </p:txBody>
      </p:sp>
      <p:sp>
        <p:nvSpPr>
          <p:cNvPr id="693" name="Google Shape;693;p51"/>
          <p:cNvSpPr txBox="1"/>
          <p:nvPr/>
        </p:nvSpPr>
        <p:spPr>
          <a:xfrm>
            <a:off x="827438" y="3525863"/>
            <a:ext cx="86594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Blue 50</a:t>
            </a:r>
            <a:endParaRPr/>
          </a:p>
        </p:txBody>
      </p:sp>
      <p:sp>
        <p:nvSpPr>
          <p:cNvPr id="694" name="Google Shape;694;p51"/>
          <p:cNvSpPr txBox="1"/>
          <p:nvPr/>
        </p:nvSpPr>
        <p:spPr>
          <a:xfrm>
            <a:off x="2498967" y="3959006"/>
            <a:ext cx="71526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#B2CFF7</a:t>
            </a:r>
            <a:endParaRPr/>
          </a:p>
        </p:txBody>
      </p:sp>
      <p:sp>
        <p:nvSpPr>
          <p:cNvPr id="695" name="Google Shape;695;p51"/>
          <p:cNvSpPr txBox="1"/>
          <p:nvPr/>
        </p:nvSpPr>
        <p:spPr>
          <a:xfrm>
            <a:off x="827438" y="3955501"/>
            <a:ext cx="86914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Blue 30</a:t>
            </a:r>
            <a:endParaRPr/>
          </a:p>
        </p:txBody>
      </p:sp>
      <p:sp>
        <p:nvSpPr>
          <p:cNvPr id="696" name="Google Shape;696;p51"/>
          <p:cNvSpPr/>
          <p:nvPr/>
        </p:nvSpPr>
        <p:spPr>
          <a:xfrm>
            <a:off x="3466619" y="1598430"/>
            <a:ext cx="2560320" cy="1336863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3B8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7" name="Google Shape;697;p51"/>
          <p:cNvSpPr txBox="1"/>
          <p:nvPr/>
        </p:nvSpPr>
        <p:spPr>
          <a:xfrm>
            <a:off x="3583338" y="1710321"/>
            <a:ext cx="926857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Dark Blue*</a:t>
            </a:r>
            <a:endParaRPr/>
          </a:p>
        </p:txBody>
      </p:sp>
      <p:sp>
        <p:nvSpPr>
          <p:cNvPr id="698" name="Google Shape;698;p51"/>
          <p:cNvSpPr txBox="1"/>
          <p:nvPr/>
        </p:nvSpPr>
        <p:spPr>
          <a:xfrm>
            <a:off x="5267691" y="2661986"/>
            <a:ext cx="70243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#0061D5</a:t>
            </a:r>
            <a:endParaRPr/>
          </a:p>
        </p:txBody>
      </p:sp>
      <p:sp>
        <p:nvSpPr>
          <p:cNvPr id="699" name="Google Shape;699;p51"/>
          <p:cNvSpPr/>
          <p:nvPr/>
        </p:nvSpPr>
        <p:spPr>
          <a:xfrm>
            <a:off x="3466619" y="2935294"/>
            <a:ext cx="2560320" cy="429638"/>
          </a:xfrm>
          <a:prstGeom prst="rect">
            <a:avLst/>
          </a:prstGeom>
          <a:solidFill>
            <a:srgbClr val="0028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0" name="Google Shape;700;p51"/>
          <p:cNvSpPr txBox="1"/>
          <p:nvPr/>
        </p:nvSpPr>
        <p:spPr>
          <a:xfrm>
            <a:off x="5269294" y="3099729"/>
            <a:ext cx="70083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#7F9DC1</a:t>
            </a:r>
            <a:endParaRPr/>
          </a:p>
        </p:txBody>
      </p:sp>
      <p:sp>
        <p:nvSpPr>
          <p:cNvPr id="701" name="Google Shape;701;p51"/>
          <p:cNvSpPr txBox="1"/>
          <p:nvPr/>
        </p:nvSpPr>
        <p:spPr>
          <a:xfrm>
            <a:off x="3583338" y="3096225"/>
            <a:ext cx="95090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Midnight Blue</a:t>
            </a:r>
            <a:endParaRPr/>
          </a:p>
        </p:txBody>
      </p:sp>
      <p:sp>
        <p:nvSpPr>
          <p:cNvPr id="702" name="Google Shape;702;p51"/>
          <p:cNvSpPr/>
          <p:nvPr/>
        </p:nvSpPr>
        <p:spPr>
          <a:xfrm>
            <a:off x="3466619" y="3364933"/>
            <a:ext cx="2560320" cy="429638"/>
          </a:xfrm>
          <a:prstGeom prst="rect">
            <a:avLst/>
          </a:prstGeom>
          <a:solidFill>
            <a:srgbClr val="7F9D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3" name="Google Shape;703;p51"/>
          <p:cNvSpPr txBox="1"/>
          <p:nvPr/>
        </p:nvSpPr>
        <p:spPr>
          <a:xfrm>
            <a:off x="5269294" y="3529367"/>
            <a:ext cx="70083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#7F9DC1</a:t>
            </a:r>
            <a:endParaRPr/>
          </a:p>
        </p:txBody>
      </p:sp>
      <p:sp>
        <p:nvSpPr>
          <p:cNvPr id="704" name="Google Shape;704;p51"/>
          <p:cNvSpPr txBox="1"/>
          <p:nvPr/>
        </p:nvSpPr>
        <p:spPr>
          <a:xfrm>
            <a:off x="3583338" y="3525863"/>
            <a:ext cx="90922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Dark Blue 50</a:t>
            </a:r>
            <a:endParaRPr/>
          </a:p>
        </p:txBody>
      </p:sp>
      <p:sp>
        <p:nvSpPr>
          <p:cNvPr id="705" name="Google Shape;705;p51"/>
          <p:cNvSpPr txBox="1"/>
          <p:nvPr/>
        </p:nvSpPr>
        <p:spPr>
          <a:xfrm>
            <a:off x="5209983" y="3959006"/>
            <a:ext cx="76014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#CCD8E6</a:t>
            </a:r>
            <a:endParaRPr/>
          </a:p>
        </p:txBody>
      </p:sp>
      <p:sp>
        <p:nvSpPr>
          <p:cNvPr id="706" name="Google Shape;706;p51"/>
          <p:cNvSpPr txBox="1"/>
          <p:nvPr/>
        </p:nvSpPr>
        <p:spPr>
          <a:xfrm>
            <a:off x="3583338" y="3955501"/>
            <a:ext cx="90762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Dark Blue 20</a:t>
            </a:r>
            <a:endParaRPr/>
          </a:p>
        </p:txBody>
      </p:sp>
      <p:sp>
        <p:nvSpPr>
          <p:cNvPr id="707" name="Google Shape;707;p51"/>
          <p:cNvSpPr/>
          <p:nvPr/>
        </p:nvSpPr>
        <p:spPr>
          <a:xfrm>
            <a:off x="6225193" y="1598430"/>
            <a:ext cx="2560320" cy="1336863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2222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8" name="Google Shape;708;p51"/>
          <p:cNvSpPr txBox="1"/>
          <p:nvPr/>
        </p:nvSpPr>
        <p:spPr>
          <a:xfrm>
            <a:off x="6341912" y="1710321"/>
            <a:ext cx="893193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Gray*</a:t>
            </a:r>
            <a:endParaRPr/>
          </a:p>
        </p:txBody>
      </p:sp>
      <p:sp>
        <p:nvSpPr>
          <p:cNvPr id="709" name="Google Shape;709;p51"/>
          <p:cNvSpPr txBox="1"/>
          <p:nvPr/>
        </p:nvSpPr>
        <p:spPr>
          <a:xfrm>
            <a:off x="8034279" y="2661986"/>
            <a:ext cx="69442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#222222</a:t>
            </a:r>
            <a:endParaRPr/>
          </a:p>
        </p:txBody>
      </p:sp>
      <p:sp>
        <p:nvSpPr>
          <p:cNvPr id="710" name="Google Shape;710;p51"/>
          <p:cNvSpPr/>
          <p:nvPr/>
        </p:nvSpPr>
        <p:spPr>
          <a:xfrm>
            <a:off x="6225193" y="2935294"/>
            <a:ext cx="2560320" cy="429638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1" name="Google Shape;711;p51"/>
          <p:cNvSpPr txBox="1"/>
          <p:nvPr/>
        </p:nvSpPr>
        <p:spPr>
          <a:xfrm>
            <a:off x="8010235" y="3099729"/>
            <a:ext cx="7184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#4E4E4E</a:t>
            </a:r>
            <a:endParaRPr/>
          </a:p>
        </p:txBody>
      </p:sp>
      <p:sp>
        <p:nvSpPr>
          <p:cNvPr id="712" name="Google Shape;712;p51"/>
          <p:cNvSpPr txBox="1"/>
          <p:nvPr/>
        </p:nvSpPr>
        <p:spPr>
          <a:xfrm>
            <a:off x="6341912" y="3096225"/>
            <a:ext cx="8867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Gray 80</a:t>
            </a:r>
            <a:endParaRPr/>
          </a:p>
        </p:txBody>
      </p:sp>
      <p:sp>
        <p:nvSpPr>
          <p:cNvPr id="713" name="Google Shape;713;p51"/>
          <p:cNvSpPr/>
          <p:nvPr/>
        </p:nvSpPr>
        <p:spPr>
          <a:xfrm>
            <a:off x="6225193" y="3364933"/>
            <a:ext cx="2560320" cy="429638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4" name="Google Shape;714;p51"/>
          <p:cNvSpPr txBox="1"/>
          <p:nvPr/>
        </p:nvSpPr>
        <p:spPr>
          <a:xfrm>
            <a:off x="8005426" y="3529367"/>
            <a:ext cx="72327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#909090</a:t>
            </a:r>
            <a:endParaRPr/>
          </a:p>
        </p:txBody>
      </p:sp>
      <p:sp>
        <p:nvSpPr>
          <p:cNvPr id="715" name="Google Shape;715;p51"/>
          <p:cNvSpPr txBox="1"/>
          <p:nvPr/>
        </p:nvSpPr>
        <p:spPr>
          <a:xfrm>
            <a:off x="6341912" y="3525863"/>
            <a:ext cx="88517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Gray 50</a:t>
            </a:r>
            <a:endParaRPr/>
          </a:p>
        </p:txBody>
      </p:sp>
      <p:sp>
        <p:nvSpPr>
          <p:cNvPr id="716" name="Google Shape;716;p51"/>
          <p:cNvSpPr txBox="1"/>
          <p:nvPr/>
        </p:nvSpPr>
        <p:spPr>
          <a:xfrm>
            <a:off x="7942909" y="3959006"/>
            <a:ext cx="78579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#BCBCBC</a:t>
            </a:r>
            <a:endParaRPr/>
          </a:p>
        </p:txBody>
      </p:sp>
      <p:sp>
        <p:nvSpPr>
          <p:cNvPr id="717" name="Google Shape;717;p51"/>
          <p:cNvSpPr txBox="1"/>
          <p:nvPr/>
        </p:nvSpPr>
        <p:spPr>
          <a:xfrm>
            <a:off x="6341912" y="3955501"/>
            <a:ext cx="88838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Gray 30</a:t>
            </a:r>
            <a:endParaRPr/>
          </a:p>
        </p:txBody>
      </p:sp>
      <p:sp>
        <p:nvSpPr>
          <p:cNvPr id="718" name="Google Shape;718;p51"/>
          <p:cNvSpPr txBox="1"/>
          <p:nvPr/>
        </p:nvSpPr>
        <p:spPr>
          <a:xfrm>
            <a:off x="9097812" y="1706005"/>
            <a:ext cx="566181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Black</a:t>
            </a:r>
            <a:endParaRPr/>
          </a:p>
        </p:txBody>
      </p:sp>
      <p:sp>
        <p:nvSpPr>
          <p:cNvPr id="719" name="Google Shape;719;p51"/>
          <p:cNvSpPr txBox="1"/>
          <p:nvPr/>
        </p:nvSpPr>
        <p:spPr>
          <a:xfrm>
            <a:off x="10710145" y="2599316"/>
            <a:ext cx="7328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#000000</a:t>
            </a:r>
            <a:endParaRPr/>
          </a:p>
        </p:txBody>
      </p:sp>
      <p:sp>
        <p:nvSpPr>
          <p:cNvPr id="720" name="Google Shape;720;p51"/>
          <p:cNvSpPr txBox="1"/>
          <p:nvPr/>
        </p:nvSpPr>
        <p:spPr>
          <a:xfrm>
            <a:off x="10758236" y="3984773"/>
            <a:ext cx="68480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#FFFFFF</a:t>
            </a:r>
            <a:endParaRPr/>
          </a:p>
        </p:txBody>
      </p:sp>
      <p:sp>
        <p:nvSpPr>
          <p:cNvPr id="721" name="Google Shape;721;p51"/>
          <p:cNvSpPr txBox="1"/>
          <p:nvPr/>
        </p:nvSpPr>
        <p:spPr>
          <a:xfrm>
            <a:off x="9097812" y="3160736"/>
            <a:ext cx="596638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White</a:t>
            </a:r>
            <a:endParaRPr/>
          </a:p>
        </p:txBody>
      </p:sp>
      <p:sp>
        <p:nvSpPr>
          <p:cNvPr id="722" name="Google Shape;722;p51"/>
          <p:cNvSpPr txBox="1"/>
          <p:nvPr/>
        </p:nvSpPr>
        <p:spPr>
          <a:xfrm>
            <a:off x="710719" y="1069819"/>
            <a:ext cx="1755609" cy="37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lang="en-US" sz="1833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Primary colors</a:t>
            </a:r>
            <a:endParaRPr/>
          </a:p>
        </p:txBody>
      </p:sp>
      <p:cxnSp>
        <p:nvCxnSpPr>
          <p:cNvPr id="723" name="Google Shape;723;p51"/>
          <p:cNvCxnSpPr/>
          <p:nvPr/>
        </p:nvCxnSpPr>
        <p:spPr>
          <a:xfrm>
            <a:off x="495300" y="4439737"/>
            <a:ext cx="11364191" cy="0"/>
          </a:xfrm>
          <a:prstGeom prst="straightConnector1">
            <a:avLst/>
          </a:prstGeom>
          <a:noFill/>
          <a:ln w="12700" cap="flat" cmpd="sng">
            <a:solidFill>
              <a:srgbClr val="B3CFF3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724" name="Google Shape;724;p51"/>
          <p:cNvSpPr txBox="1"/>
          <p:nvPr/>
        </p:nvSpPr>
        <p:spPr>
          <a:xfrm>
            <a:off x="710719" y="4533455"/>
            <a:ext cx="2082621" cy="37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lang="en-US" sz="1833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Secondary colors</a:t>
            </a:r>
            <a:endParaRPr/>
          </a:p>
        </p:txBody>
      </p:sp>
      <p:sp>
        <p:nvSpPr>
          <p:cNvPr id="725" name="Google Shape;725;p51"/>
          <p:cNvSpPr/>
          <p:nvPr/>
        </p:nvSpPr>
        <p:spPr>
          <a:xfrm>
            <a:off x="710719" y="5006647"/>
            <a:ext cx="2560320" cy="611005"/>
          </a:xfrm>
          <a:prstGeom prst="roundRect">
            <a:avLst>
              <a:gd name="adj" fmla="val 21560"/>
            </a:avLst>
          </a:prstGeom>
          <a:solidFill>
            <a:srgbClr val="F5B3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6" name="Google Shape;726;p51"/>
          <p:cNvSpPr txBox="1"/>
          <p:nvPr/>
        </p:nvSpPr>
        <p:spPr>
          <a:xfrm>
            <a:off x="1566723" y="5326866"/>
            <a:ext cx="15728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Yellow Orange  #F5B31B</a:t>
            </a:r>
            <a:endParaRPr/>
          </a:p>
        </p:txBody>
      </p:sp>
      <p:sp>
        <p:nvSpPr>
          <p:cNvPr id="727" name="Google Shape;727;p51"/>
          <p:cNvSpPr/>
          <p:nvPr/>
        </p:nvSpPr>
        <p:spPr>
          <a:xfrm>
            <a:off x="3467774" y="5006647"/>
            <a:ext cx="2560320" cy="611005"/>
          </a:xfrm>
          <a:prstGeom prst="roundRect">
            <a:avLst>
              <a:gd name="adj" fmla="val 21560"/>
            </a:avLst>
          </a:prstGeom>
          <a:solidFill>
            <a:srgbClr val="ED37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8" name="Google Shape;728;p51"/>
          <p:cNvSpPr txBox="1"/>
          <p:nvPr/>
        </p:nvSpPr>
        <p:spPr>
          <a:xfrm>
            <a:off x="4904064" y="5326866"/>
            <a:ext cx="9925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Red  #ED3757</a:t>
            </a:r>
            <a:endParaRPr/>
          </a:p>
        </p:txBody>
      </p:sp>
      <p:sp>
        <p:nvSpPr>
          <p:cNvPr id="729" name="Google Shape;729;p51"/>
          <p:cNvSpPr/>
          <p:nvPr/>
        </p:nvSpPr>
        <p:spPr>
          <a:xfrm>
            <a:off x="6224828" y="5006647"/>
            <a:ext cx="2560320" cy="611005"/>
          </a:xfrm>
          <a:prstGeom prst="roundRect">
            <a:avLst>
              <a:gd name="adj" fmla="val 21560"/>
            </a:avLst>
          </a:prstGeom>
          <a:solidFill>
            <a:srgbClr val="26C2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0" name="Google Shape;730;p51"/>
          <p:cNvSpPr txBox="1"/>
          <p:nvPr/>
        </p:nvSpPr>
        <p:spPr>
          <a:xfrm>
            <a:off x="7553717" y="5326866"/>
            <a:ext cx="10999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Green  #F5B31B</a:t>
            </a:r>
            <a:endParaRPr/>
          </a:p>
        </p:txBody>
      </p:sp>
      <p:sp>
        <p:nvSpPr>
          <p:cNvPr id="731" name="Google Shape;731;p51"/>
          <p:cNvSpPr/>
          <p:nvPr/>
        </p:nvSpPr>
        <p:spPr>
          <a:xfrm>
            <a:off x="8981883" y="5006647"/>
            <a:ext cx="2560320" cy="611005"/>
          </a:xfrm>
          <a:prstGeom prst="roundRect">
            <a:avLst>
              <a:gd name="adj" fmla="val 21560"/>
            </a:avLst>
          </a:prstGeom>
          <a:solidFill>
            <a:srgbClr val="9F3FE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2" name="Google Shape;732;p51"/>
          <p:cNvSpPr txBox="1"/>
          <p:nvPr/>
        </p:nvSpPr>
        <p:spPr>
          <a:xfrm>
            <a:off x="10272300" y="5326866"/>
            <a:ext cx="113845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Purple  #9F3FED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2"/>
          <p:cNvSpPr/>
          <p:nvPr/>
        </p:nvSpPr>
        <p:spPr>
          <a:xfrm>
            <a:off x="8636000" y="0"/>
            <a:ext cx="355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8" name="Google Shape;738;p52"/>
          <p:cNvSpPr/>
          <p:nvPr/>
        </p:nvSpPr>
        <p:spPr>
          <a:xfrm>
            <a:off x="5960778" y="1626137"/>
            <a:ext cx="2377440" cy="4497077"/>
          </a:xfrm>
          <a:prstGeom prst="roundRect">
            <a:avLst>
              <a:gd name="adj" fmla="val 12490"/>
            </a:avLst>
          </a:prstGeom>
          <a:gradFill>
            <a:gsLst>
              <a:gs pos="0">
                <a:srgbClr val="4E4E4E"/>
              </a:gs>
              <a:gs pos="81000">
                <a:srgbClr val="222222"/>
              </a:gs>
              <a:gs pos="100000">
                <a:srgbClr val="22222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9" name="Google Shape;739;p52"/>
          <p:cNvSpPr/>
          <p:nvPr/>
        </p:nvSpPr>
        <p:spPr>
          <a:xfrm>
            <a:off x="3411236" y="1626137"/>
            <a:ext cx="2377440" cy="4497077"/>
          </a:xfrm>
          <a:prstGeom prst="roundRect">
            <a:avLst>
              <a:gd name="adj" fmla="val 12490"/>
            </a:avLst>
          </a:prstGeom>
          <a:gradFill>
            <a:gsLst>
              <a:gs pos="0">
                <a:srgbClr val="2486FB"/>
              </a:gs>
              <a:gs pos="100000">
                <a:srgbClr val="005BC9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0" name="Google Shape;740;p52"/>
          <p:cNvSpPr/>
          <p:nvPr/>
        </p:nvSpPr>
        <p:spPr>
          <a:xfrm>
            <a:off x="841142" y="1626137"/>
            <a:ext cx="2377440" cy="4497077"/>
          </a:xfrm>
          <a:prstGeom prst="roundRect">
            <a:avLst>
              <a:gd name="adj" fmla="val 12490"/>
            </a:avLst>
          </a:prstGeom>
          <a:gradFill>
            <a:gsLst>
              <a:gs pos="0">
                <a:srgbClr val="003C84"/>
              </a:gs>
              <a:gs pos="100000">
                <a:srgbClr val="002847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1" name="Google Shape;741;p52"/>
          <p:cNvSpPr/>
          <p:nvPr/>
        </p:nvSpPr>
        <p:spPr>
          <a:xfrm>
            <a:off x="8981093" y="1626137"/>
            <a:ext cx="2377440" cy="4497077"/>
          </a:xfrm>
          <a:prstGeom prst="roundRect">
            <a:avLst>
              <a:gd name="adj" fmla="val 12490"/>
            </a:avLst>
          </a:prstGeom>
          <a:gradFill>
            <a:gsLst>
              <a:gs pos="0">
                <a:srgbClr val="FFFFFF"/>
              </a:gs>
              <a:gs pos="100000">
                <a:srgbClr val="E5EFFA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2" name="Google Shape;742;p52"/>
          <p:cNvSpPr txBox="1"/>
          <p:nvPr/>
        </p:nvSpPr>
        <p:spPr>
          <a:xfrm>
            <a:off x="1042272" y="1773822"/>
            <a:ext cx="1141659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Dark Blue</a:t>
            </a:r>
            <a:endParaRPr/>
          </a:p>
        </p:txBody>
      </p:sp>
      <p:sp>
        <p:nvSpPr>
          <p:cNvPr id="743" name="Google Shape;743;p52"/>
          <p:cNvSpPr txBox="1"/>
          <p:nvPr/>
        </p:nvSpPr>
        <p:spPr>
          <a:xfrm>
            <a:off x="3583338" y="1773822"/>
            <a:ext cx="1418978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Gradient Blue</a:t>
            </a:r>
            <a:endParaRPr/>
          </a:p>
        </p:txBody>
      </p:sp>
      <p:sp>
        <p:nvSpPr>
          <p:cNvPr id="744" name="Google Shape;744;p52"/>
          <p:cNvSpPr txBox="1"/>
          <p:nvPr/>
        </p:nvSpPr>
        <p:spPr>
          <a:xfrm>
            <a:off x="3583338" y="2048922"/>
            <a:ext cx="71526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#2486FB</a:t>
            </a:r>
            <a:endParaRPr/>
          </a:p>
        </p:txBody>
      </p:sp>
      <p:sp>
        <p:nvSpPr>
          <p:cNvPr id="745" name="Google Shape;745;p52"/>
          <p:cNvSpPr txBox="1"/>
          <p:nvPr/>
        </p:nvSpPr>
        <p:spPr>
          <a:xfrm>
            <a:off x="6106526" y="1773822"/>
            <a:ext cx="813043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Gray</a:t>
            </a:r>
            <a:endParaRPr/>
          </a:p>
        </p:txBody>
      </p:sp>
      <p:sp>
        <p:nvSpPr>
          <p:cNvPr id="746" name="Google Shape;746;p52"/>
          <p:cNvSpPr txBox="1"/>
          <p:nvPr/>
        </p:nvSpPr>
        <p:spPr>
          <a:xfrm>
            <a:off x="6114541" y="2048922"/>
            <a:ext cx="7184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#4E4E4E</a:t>
            </a:r>
            <a:endParaRPr/>
          </a:p>
        </p:txBody>
      </p:sp>
      <p:sp>
        <p:nvSpPr>
          <p:cNvPr id="747" name="Google Shape;747;p52"/>
          <p:cNvSpPr txBox="1"/>
          <p:nvPr/>
        </p:nvSpPr>
        <p:spPr>
          <a:xfrm>
            <a:off x="9097812" y="1769506"/>
            <a:ext cx="596638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White</a:t>
            </a:r>
            <a:endParaRPr/>
          </a:p>
        </p:txBody>
      </p:sp>
      <p:sp>
        <p:nvSpPr>
          <p:cNvPr id="748" name="Google Shape;748;p52"/>
          <p:cNvSpPr txBox="1"/>
          <p:nvPr/>
        </p:nvSpPr>
        <p:spPr>
          <a:xfrm>
            <a:off x="9097812" y="1986251"/>
            <a:ext cx="68480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#FFFFFF</a:t>
            </a:r>
            <a:endParaRPr/>
          </a:p>
        </p:txBody>
      </p:sp>
      <p:sp>
        <p:nvSpPr>
          <p:cNvPr id="749" name="Google Shape;749;p52"/>
          <p:cNvSpPr txBox="1"/>
          <p:nvPr/>
        </p:nvSpPr>
        <p:spPr>
          <a:xfrm>
            <a:off x="710719" y="1069819"/>
            <a:ext cx="1755609" cy="374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lang="en-US" sz="1833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Primary colors</a:t>
            </a:r>
            <a:endParaRPr/>
          </a:p>
        </p:txBody>
      </p:sp>
      <p:sp>
        <p:nvSpPr>
          <p:cNvPr id="750" name="Google Shape;750;p52"/>
          <p:cNvSpPr txBox="1"/>
          <p:nvPr/>
        </p:nvSpPr>
        <p:spPr>
          <a:xfrm>
            <a:off x="1085815" y="2048922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#003C84</a:t>
            </a:r>
            <a:endParaRPr/>
          </a:p>
        </p:txBody>
      </p:sp>
      <p:sp>
        <p:nvSpPr>
          <p:cNvPr id="751" name="Google Shape;751;p52"/>
          <p:cNvSpPr txBox="1"/>
          <p:nvPr/>
        </p:nvSpPr>
        <p:spPr>
          <a:xfrm>
            <a:off x="1042273" y="5393321"/>
            <a:ext cx="1433406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Midnight Blue</a:t>
            </a:r>
            <a:endParaRPr/>
          </a:p>
        </p:txBody>
      </p:sp>
      <p:sp>
        <p:nvSpPr>
          <p:cNvPr id="752" name="Google Shape;752;p52"/>
          <p:cNvSpPr txBox="1"/>
          <p:nvPr/>
        </p:nvSpPr>
        <p:spPr>
          <a:xfrm>
            <a:off x="1085815" y="5668421"/>
            <a:ext cx="72808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#0D2845</a:t>
            </a:r>
            <a:endParaRPr/>
          </a:p>
        </p:txBody>
      </p:sp>
      <p:sp>
        <p:nvSpPr>
          <p:cNvPr id="753" name="Google Shape;753;p52"/>
          <p:cNvSpPr txBox="1"/>
          <p:nvPr/>
        </p:nvSpPr>
        <p:spPr>
          <a:xfrm>
            <a:off x="3583338" y="5357037"/>
            <a:ext cx="1418978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Gradient Blue</a:t>
            </a:r>
            <a:endParaRPr/>
          </a:p>
        </p:txBody>
      </p:sp>
      <p:sp>
        <p:nvSpPr>
          <p:cNvPr id="754" name="Google Shape;754;p52"/>
          <p:cNvSpPr txBox="1"/>
          <p:nvPr/>
        </p:nvSpPr>
        <p:spPr>
          <a:xfrm>
            <a:off x="3583338" y="5632136"/>
            <a:ext cx="7425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#005BC9</a:t>
            </a:r>
            <a:endParaRPr/>
          </a:p>
        </p:txBody>
      </p:sp>
      <p:sp>
        <p:nvSpPr>
          <p:cNvPr id="755" name="Google Shape;755;p52"/>
          <p:cNvSpPr txBox="1"/>
          <p:nvPr/>
        </p:nvSpPr>
        <p:spPr>
          <a:xfrm>
            <a:off x="6106526" y="5357037"/>
            <a:ext cx="1170513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Box Dark Gray</a:t>
            </a:r>
            <a:endParaRPr/>
          </a:p>
        </p:txBody>
      </p:sp>
      <p:sp>
        <p:nvSpPr>
          <p:cNvPr id="756" name="Google Shape;756;p52"/>
          <p:cNvSpPr txBox="1"/>
          <p:nvPr/>
        </p:nvSpPr>
        <p:spPr>
          <a:xfrm>
            <a:off x="6114542" y="5632136"/>
            <a:ext cx="69442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#222222</a:t>
            </a:r>
            <a:endParaRPr/>
          </a:p>
        </p:txBody>
      </p:sp>
      <p:sp>
        <p:nvSpPr>
          <p:cNvPr id="757" name="Google Shape;757;p52"/>
          <p:cNvSpPr txBox="1"/>
          <p:nvPr/>
        </p:nvSpPr>
        <p:spPr>
          <a:xfrm>
            <a:off x="9097812" y="5361792"/>
            <a:ext cx="965329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r>
              <a:rPr lang="en-US" sz="1167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Box Blue 10</a:t>
            </a:r>
            <a:endParaRPr/>
          </a:p>
        </p:txBody>
      </p:sp>
      <p:sp>
        <p:nvSpPr>
          <p:cNvPr id="758" name="Google Shape;758;p52"/>
          <p:cNvSpPr txBox="1"/>
          <p:nvPr/>
        </p:nvSpPr>
        <p:spPr>
          <a:xfrm>
            <a:off x="9097812" y="5578537"/>
            <a:ext cx="70724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#E5EFFA</a:t>
            </a:r>
            <a:endParaRPr/>
          </a:p>
        </p:txBody>
      </p:sp>
      <p:sp>
        <p:nvSpPr>
          <p:cNvPr id="759" name="Google Shape;759;p5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Color palette</a:t>
            </a:r>
            <a:br>
              <a:rPr lang="en-US" sz="28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0" name="Google Shape;760;p52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Gradients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53" descr="Google Shape;774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96446" y="1287304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53" descr="Google Shape;775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89326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53" descr="Google Shape;776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47479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53" descr="Google Shape;777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59656" y="1287304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53" descr="Google Shape;778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632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53" descr="Google Shape;779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63786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53" descr="Google Shape;780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21938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53" descr="Google Shape;781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273019" y="527879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53" descr="Google Shape;782;p3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854551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53" descr="Google Shape;783;p3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273019" y="4488436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53" descr="Google Shape;785;p3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273019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53" descr="Google Shape;786;p3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931172" y="290773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53" descr="Google Shape;787;p3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931172" y="4488436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53" descr="Google Shape;788;p3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538245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53" descr="Google Shape;789;p33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196398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53" descr="Google Shape;790;p33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589326" y="527879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53" descr="Google Shape;791;p33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3931172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2" name="Google Shape;782;p53" descr="Google Shape;792;p33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589326" y="290773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3" name="Google Shape;783;p53" descr="Google Shape;793;p33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534601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4" name="Google Shape;784;p53" descr="Google Shape;794;p33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3931172" y="527879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53" descr="Google Shape;796;p33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3233234" y="1287304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53" descr="Google Shape;799;p33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7880091" y="2117377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53" descr="Google Shape;800;p33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3273019" y="2907730"/>
            <a:ext cx="680050" cy="68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53" descr="Google Shape;801;p33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4589326" y="4488436"/>
            <a:ext cx="680050" cy="68005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53"/>
          <p:cNvSpPr txBox="1"/>
          <p:nvPr/>
        </p:nvSpPr>
        <p:spPr>
          <a:xfrm>
            <a:off x="780866" y="1460832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Folders</a:t>
            </a:r>
            <a:endParaRPr/>
          </a:p>
        </p:txBody>
      </p:sp>
      <p:sp>
        <p:nvSpPr>
          <p:cNvPr id="790" name="Google Shape;790;p53"/>
          <p:cNvSpPr txBox="1"/>
          <p:nvPr/>
        </p:nvSpPr>
        <p:spPr>
          <a:xfrm>
            <a:off x="780866" y="2259119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Generic</a:t>
            </a:r>
            <a:endParaRPr/>
          </a:p>
        </p:txBody>
      </p:sp>
      <p:sp>
        <p:nvSpPr>
          <p:cNvPr id="791" name="Google Shape;791;p53"/>
          <p:cNvSpPr txBox="1"/>
          <p:nvPr/>
        </p:nvSpPr>
        <p:spPr>
          <a:xfrm>
            <a:off x="780866" y="3057405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Microsoft Office</a:t>
            </a:r>
            <a:endParaRPr/>
          </a:p>
        </p:txBody>
      </p:sp>
      <p:sp>
        <p:nvSpPr>
          <p:cNvPr id="792" name="Google Shape;792;p53"/>
          <p:cNvSpPr txBox="1"/>
          <p:nvPr/>
        </p:nvSpPr>
        <p:spPr>
          <a:xfrm>
            <a:off x="760944" y="3855691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Google Workspace</a:t>
            </a:r>
            <a:endParaRPr/>
          </a:p>
        </p:txBody>
      </p:sp>
      <p:sp>
        <p:nvSpPr>
          <p:cNvPr id="793" name="Google Shape;793;p53"/>
          <p:cNvSpPr txBox="1"/>
          <p:nvPr/>
        </p:nvSpPr>
        <p:spPr>
          <a:xfrm>
            <a:off x="760944" y="4653978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Apple iWork</a:t>
            </a:r>
            <a:endParaRPr/>
          </a:p>
        </p:txBody>
      </p:sp>
      <p:sp>
        <p:nvSpPr>
          <p:cNvPr id="794" name="Google Shape;794;p53"/>
          <p:cNvSpPr txBox="1"/>
          <p:nvPr/>
        </p:nvSpPr>
        <p:spPr>
          <a:xfrm>
            <a:off x="760944" y="5452266"/>
            <a:ext cx="2468880" cy="40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150" tIns="76150" rIns="76150" bIns="761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Adobe</a:t>
            </a:r>
            <a:endParaRPr/>
          </a:p>
        </p:txBody>
      </p:sp>
      <p:pic>
        <p:nvPicPr>
          <p:cNvPr id="795" name="Google Shape;795;p53" descr="Picture 3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4064560" y="3760091"/>
            <a:ext cx="435170" cy="553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6" name="Google Shape;796;p53" descr="Picture 5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4722713" y="3758661"/>
            <a:ext cx="435171" cy="553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53" descr="Picture 7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395458" y="3758661"/>
            <a:ext cx="435170" cy="553754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53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 SemiBold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File icons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54"/>
          <p:cNvSpPr/>
          <p:nvPr/>
        </p:nvSpPr>
        <p:spPr>
          <a:xfrm>
            <a:off x="1323626" y="2940890"/>
            <a:ext cx="5565733" cy="651354"/>
          </a:xfrm>
          <a:prstGeom prst="roundRect">
            <a:avLst>
              <a:gd name="adj" fmla="val 16667"/>
            </a:avLst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1800"/>
              <a:buFont typeface="Lato"/>
              <a:buNone/>
            </a:pPr>
            <a:endParaRPr sz="18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5" name="Google Shape;805;p54"/>
          <p:cNvSpPr txBox="1"/>
          <p:nvPr/>
        </p:nvSpPr>
        <p:spPr>
          <a:xfrm>
            <a:off x="3441534" y="3670531"/>
            <a:ext cx="27806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Google Shape;806;p54"/>
          <p:cNvSpPr txBox="1"/>
          <p:nvPr/>
        </p:nvSpPr>
        <p:spPr>
          <a:xfrm>
            <a:off x="3441534" y="4151508"/>
            <a:ext cx="27806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54"/>
          <p:cNvSpPr txBox="1"/>
          <p:nvPr/>
        </p:nvSpPr>
        <p:spPr>
          <a:xfrm>
            <a:off x="604702" y="4836311"/>
            <a:ext cx="74346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*In Japan, use the circle or “Maru” 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ato"/>
              <a:buNone/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instead of the check mark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08" name="Google Shape;808;p54" descr="Picture 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4244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54" descr="Picture 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4244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54" descr="Picture 5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1509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1" name="Google Shape;811;p54" descr="Picture 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71509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54" descr="Picture 5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0432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54" descr="Picture 5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43885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54" descr="Picture 6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497338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54" descr="Picture 6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497338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54" descr="Picture 76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50791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54" descr="Picture 77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050791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54" descr="Picture 77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604244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54" descr="Picture 774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604244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54" descr="Picture 77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157697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54" descr="Picture 778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157697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54" descr="Picture 780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711150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54" descr="Picture 782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11150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54" descr="Picture 784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5264603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54" descr="Picture 786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264603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54" descr="Picture 788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818056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54" descr="Picture 790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5818056" y="235469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54" descr="Picture 792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6371509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54" descr="Picture 794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371509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54" descr="Picture 798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1390432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54" descr="Picture 800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943885" y="3041929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54" descr="Picture 802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390432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54" descr="Picture 806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1390432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54" descr="Picture 854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032995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54" descr="Picture 856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3032995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54" descr="Picture 858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5818056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54" descr="Picture 860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264603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54" descr="Picture 862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5818056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54" descr="Picture 864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5264603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54" descr="Picture 866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1943885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54" descr="Picture 868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1943885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54" descr="Picture 870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4711150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54" descr="Picture 872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4711150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54" descr="Picture 874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4157697" y="3729844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54" descr="Picture 173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4157697" y="4229100"/>
            <a:ext cx="457201" cy="4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54" descr="Picture 56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8244995" y="2074591"/>
            <a:ext cx="278069" cy="278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54" descr="Picture 58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8244995" y="2548048"/>
            <a:ext cx="278069" cy="278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54" descr="Picture 62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8244995" y="3021506"/>
            <a:ext cx="278069" cy="278069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54"/>
          <p:cNvSpPr txBox="1"/>
          <p:nvPr/>
        </p:nvSpPr>
        <p:spPr>
          <a:xfrm>
            <a:off x="8520117" y="2040652"/>
            <a:ext cx="6347011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None/>
            </a:pPr>
            <a:r>
              <a:rPr lang="en-US" sz="1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Protect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None/>
            </a:pPr>
            <a:r>
              <a:rPr lang="en-US" sz="1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Analyze</a:t>
            </a:r>
            <a:endParaRPr sz="14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ato"/>
              <a:buNone/>
            </a:pPr>
            <a:r>
              <a:rPr lang="en-US" sz="16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Publish</a:t>
            </a:r>
            <a:endParaRPr sz="16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50" name="Google Shape;850;p54"/>
          <p:cNvCxnSpPr>
            <a:stCxn id="846" idx="2"/>
          </p:cNvCxnSpPr>
          <p:nvPr/>
        </p:nvCxnSpPr>
        <p:spPr>
          <a:xfrm>
            <a:off x="8384030" y="2352660"/>
            <a:ext cx="0" cy="195300"/>
          </a:xfrm>
          <a:prstGeom prst="straightConnector1">
            <a:avLst/>
          </a:prstGeom>
          <a:noFill/>
          <a:ln w="25400" cap="flat" cmpd="sng">
            <a:solidFill>
              <a:srgbClr val="F4B21A"/>
            </a:solidFill>
            <a:prstDash val="solid"/>
            <a:miter lim="800000"/>
            <a:headEnd type="none" w="sm" len="sm"/>
            <a:tailEnd type="stealth" w="med" len="med"/>
          </a:ln>
        </p:spPr>
      </p:cxnSp>
      <p:cxnSp>
        <p:nvCxnSpPr>
          <p:cNvPr id="851" name="Google Shape;851;p54"/>
          <p:cNvCxnSpPr>
            <a:stCxn id="847" idx="2"/>
          </p:cNvCxnSpPr>
          <p:nvPr/>
        </p:nvCxnSpPr>
        <p:spPr>
          <a:xfrm>
            <a:off x="8384030" y="2826117"/>
            <a:ext cx="0" cy="195300"/>
          </a:xfrm>
          <a:prstGeom prst="straightConnector1">
            <a:avLst/>
          </a:prstGeom>
          <a:noFill/>
          <a:ln w="25400" cap="flat" cmpd="sng">
            <a:solidFill>
              <a:srgbClr val="F4B21A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852" name="Google Shape;852;p54"/>
          <p:cNvSpPr/>
          <p:nvPr/>
        </p:nvSpPr>
        <p:spPr>
          <a:xfrm>
            <a:off x="8202018" y="3558505"/>
            <a:ext cx="3166800" cy="1154455"/>
          </a:xfrm>
          <a:prstGeom prst="roundRect">
            <a:avLst>
              <a:gd name="adj" fmla="val 16272"/>
            </a:avLst>
          </a:prstGeom>
          <a:solidFill>
            <a:srgbClr val="0061D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CFD"/>
              </a:buClr>
              <a:buSzPts val="1800"/>
              <a:buFont typeface="Lato"/>
              <a:buNone/>
            </a:pPr>
            <a:endParaRPr sz="1800" b="0" i="0" u="none" strike="noStrike" cap="none">
              <a:solidFill>
                <a:srgbClr val="FFFCF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3" name="Google Shape;853;p54"/>
          <p:cNvSpPr txBox="1"/>
          <p:nvPr/>
        </p:nvSpPr>
        <p:spPr>
          <a:xfrm>
            <a:off x="8610345" y="3620820"/>
            <a:ext cx="2921183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Lato"/>
              <a:buNone/>
            </a:pPr>
            <a:r>
              <a:rPr lang="en-US"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Admin Insights</a:t>
            </a:r>
            <a:br>
              <a:rPr lang="en-US" sz="1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Enable more effective </a:t>
            </a:r>
            <a:br>
              <a:rPr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content management policies through greater insight</a:t>
            </a:r>
            <a:endParaRPr sz="16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54" name="Google Shape;854;p54" descr="Picture 798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8244995" y="3599470"/>
            <a:ext cx="275122" cy="275122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54"/>
          <p:cNvSpPr txBox="1"/>
          <p:nvPr/>
        </p:nvSpPr>
        <p:spPr>
          <a:xfrm>
            <a:off x="8175644" y="1525302"/>
            <a:ext cx="31668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800"/>
              <a:buFont typeface="Lato"/>
              <a:buNone/>
            </a:pPr>
            <a:r>
              <a:rPr lang="en-US" sz="18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rPr>
              <a:t>How to use these icons</a:t>
            </a:r>
            <a:endParaRPr sz="1800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56" name="Google Shape;856;p54"/>
          <p:cNvPicPr preferRelativeResize="0"/>
          <p:nvPr/>
        </p:nvPicPr>
        <p:blipFill rotWithShape="1">
          <a:blip r:embed="rId45">
            <a:alphaModFix/>
          </a:blip>
          <a:srcRect t="-227"/>
          <a:stretch/>
        </p:blipFill>
        <p:spPr>
          <a:xfrm>
            <a:off x="8175645" y="4935601"/>
            <a:ext cx="3166800" cy="1112172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57" name="Google Shape;857;p54"/>
          <p:cNvSpPr/>
          <p:nvPr/>
        </p:nvSpPr>
        <p:spPr>
          <a:xfrm>
            <a:off x="2511054" y="4241510"/>
            <a:ext cx="429768" cy="429768"/>
          </a:xfrm>
          <a:prstGeom prst="ellipse">
            <a:avLst/>
          </a:prstGeom>
          <a:solidFill>
            <a:srgbClr val="F4B21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75757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8" name="Google Shape;858;p54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Number icons</a:t>
            </a:r>
            <a:br>
              <a:rPr lang="en-US" sz="28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9" name="Google Shape;859;p54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4" name="Google Shape;864;p55"/>
          <p:cNvGraphicFramePr/>
          <p:nvPr/>
        </p:nvGraphicFramePr>
        <p:xfrm>
          <a:off x="495300" y="1348759"/>
          <a:ext cx="11198800" cy="4966650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People </a:t>
                      </a:r>
                      <a:b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places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Box products and differentiators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Analytics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65" name="Google Shape;865;p55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>
                <a:latin typeface="Inter"/>
                <a:ea typeface="Inter"/>
                <a:cs typeface="Inter"/>
                <a:sym typeface="Inter"/>
              </a:rPr>
              <a:t>Icons</a:t>
            </a:r>
            <a:endParaRPr/>
          </a:p>
        </p:txBody>
      </p:sp>
      <p:pic>
        <p:nvPicPr>
          <p:cNvPr id="866" name="Google Shape;866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25088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18419" y="21644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95564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77468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5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66040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5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36516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2" name="Google Shape;872;p5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06992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5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577468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5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747943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5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743362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5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918419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5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132472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55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979749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9" name="Google Shape;879;p55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437917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55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285194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55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725088" y="2170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55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4407497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55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3577804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55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237189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55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896574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55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7726267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55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066882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55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2748112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55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918419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55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3577804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55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8555959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55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7726267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55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6066882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55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8555959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55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6895564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55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5237189" y="562993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55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6896574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55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4407497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55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2748112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55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1918419" y="49368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55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1918419" y="42437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55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4406992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55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3577468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55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2747943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55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5236516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55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6066040" y="426926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7" name="Google Shape;907;p55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1918419" y="35506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55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4407497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55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8555959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55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7725088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55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6066882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55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5237189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55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6896574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55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3577804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55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2748112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55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1918419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55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6895564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55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2747943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55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3577468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55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4406992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55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9385655" y="285757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55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5236516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55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6066040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55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7725088" y="35697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55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8555959" y="2170858"/>
            <a:ext cx="4572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55"/>
          <p:cNvSpPr txBox="1"/>
          <p:nvPr/>
        </p:nvSpPr>
        <p:spPr>
          <a:xfrm>
            <a:off x="4791919" y="-31830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" name="Google Shape;931;p56"/>
          <p:cNvGraphicFramePr/>
          <p:nvPr/>
        </p:nvGraphicFramePr>
        <p:xfrm>
          <a:off x="495300" y="1348759"/>
          <a:ext cx="11198800" cy="4860975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Types of files </a:t>
                      </a:r>
                      <a:b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media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i="0" u="none" strike="noStrike" cap="none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Cloud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i="0" u="none" strike="noStrike" cap="none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 tools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Warnings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32" name="Google Shape;932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7089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25975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85655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5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16781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5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46753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5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26873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5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896904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5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06997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5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236966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1" name="Google Shape;941;p5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66935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2" name="Google Shape;942;p5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577028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56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896134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" name="Google Shape;944;p5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747058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5" name="Google Shape;945;p56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55684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56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556843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56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236966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56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066935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56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385655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56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2747058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56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0216781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56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3577028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56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406997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56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896904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56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104675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56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917089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56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772687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56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1917089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56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2746930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56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3576771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56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6066293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56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5236453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56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4406612" y="563835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56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6896134" y="4942278"/>
            <a:ext cx="457200" cy="451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56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3576771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56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5236453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56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7725975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56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6066293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56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1917089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56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4406612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56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2746930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56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8555816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56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9385655" y="49422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56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1917089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56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2746930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56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3576771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56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4406612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56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5236453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56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6066293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56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896134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56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7725975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56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8555816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56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9385655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56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10216781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56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2747058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56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1917089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56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8556843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56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7726873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56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2747058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56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1917089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56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3577028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56"/>
          <p:cNvPicPr preferRelativeResize="0"/>
          <p:nvPr/>
        </p:nvPicPr>
        <p:blipFill rotWithShape="1">
          <a:blip r:embed="rId63">
            <a:alphaModFix/>
          </a:blip>
          <a:srcRect/>
          <a:stretch/>
        </p:blipFill>
        <p:spPr>
          <a:xfrm>
            <a:off x="6066935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56"/>
          <p:cNvPicPr preferRelativeResize="0"/>
          <p:nvPr/>
        </p:nvPicPr>
        <p:blipFill rotWithShape="1">
          <a:blip r:embed="rId64">
            <a:alphaModFix/>
          </a:blip>
          <a:srcRect/>
          <a:stretch/>
        </p:blipFill>
        <p:spPr>
          <a:xfrm>
            <a:off x="6896904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56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4406997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5" name="Google Shape;995;p56"/>
          <p:cNvPicPr preferRelativeResize="0"/>
          <p:nvPr/>
        </p:nvPicPr>
        <p:blipFill rotWithShape="1">
          <a:blip r:embed="rId66">
            <a:alphaModFix/>
          </a:blip>
          <a:srcRect/>
          <a:stretch/>
        </p:blipFill>
        <p:spPr>
          <a:xfrm>
            <a:off x="5236966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56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8556843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56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4406997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56"/>
          <p:cNvPicPr preferRelativeResize="0"/>
          <p:nvPr/>
        </p:nvPicPr>
        <p:blipFill rotWithShape="1">
          <a:blip r:embed="rId69">
            <a:alphaModFix/>
          </a:blip>
          <a:srcRect/>
          <a:stretch/>
        </p:blipFill>
        <p:spPr>
          <a:xfrm>
            <a:off x="3577028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56"/>
          <p:cNvPicPr preferRelativeResize="0"/>
          <p:nvPr/>
        </p:nvPicPr>
        <p:blipFill rotWithShape="1">
          <a:blip r:embed="rId70">
            <a:alphaModFix/>
          </a:blip>
          <a:srcRect/>
          <a:stretch/>
        </p:blipFill>
        <p:spPr>
          <a:xfrm>
            <a:off x="9386812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56"/>
          <p:cNvPicPr preferRelativeResize="0"/>
          <p:nvPr/>
        </p:nvPicPr>
        <p:blipFill rotWithShape="1">
          <a:blip r:embed="rId71">
            <a:alphaModFix/>
          </a:blip>
          <a:srcRect/>
          <a:stretch/>
        </p:blipFill>
        <p:spPr>
          <a:xfrm>
            <a:off x="9386812" y="355012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56"/>
          <p:cNvPicPr preferRelativeResize="0"/>
          <p:nvPr/>
        </p:nvPicPr>
        <p:blipFill rotWithShape="1">
          <a:blip r:embed="rId72">
            <a:alphaModFix/>
          </a:blip>
          <a:srcRect/>
          <a:stretch/>
        </p:blipFill>
        <p:spPr>
          <a:xfrm>
            <a:off x="5236966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56"/>
          <p:cNvPicPr preferRelativeResize="0"/>
          <p:nvPr/>
        </p:nvPicPr>
        <p:blipFill rotWithShape="1">
          <a:blip r:embed="rId73">
            <a:alphaModFix/>
          </a:blip>
          <a:srcRect/>
          <a:stretch/>
        </p:blipFill>
        <p:spPr>
          <a:xfrm>
            <a:off x="6066935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56"/>
          <p:cNvPicPr preferRelativeResize="0"/>
          <p:nvPr/>
        </p:nvPicPr>
        <p:blipFill rotWithShape="1">
          <a:blip r:embed="rId74">
            <a:alphaModFix/>
          </a:blip>
          <a:srcRect/>
          <a:stretch/>
        </p:blipFill>
        <p:spPr>
          <a:xfrm>
            <a:off x="6896904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56"/>
          <p:cNvPicPr preferRelativeResize="0"/>
          <p:nvPr/>
        </p:nvPicPr>
        <p:blipFill rotWithShape="1">
          <a:blip r:embed="rId75">
            <a:alphaModFix/>
          </a:blip>
          <a:srcRect/>
          <a:stretch/>
        </p:blipFill>
        <p:spPr>
          <a:xfrm>
            <a:off x="7726873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56"/>
          <p:cNvPicPr preferRelativeResize="0"/>
          <p:nvPr/>
        </p:nvPicPr>
        <p:blipFill rotWithShape="1">
          <a:blip r:embed="rId76">
            <a:alphaModFix/>
          </a:blip>
          <a:srcRect/>
          <a:stretch/>
        </p:blipFill>
        <p:spPr>
          <a:xfrm>
            <a:off x="10216781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6" name="Google Shape;1006;p56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10216781" y="285405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56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/>
              <a:t>Icons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2" name="Google Shape;1012;p57"/>
          <p:cNvGraphicFramePr/>
          <p:nvPr/>
        </p:nvGraphicFramePr>
        <p:xfrm>
          <a:off x="495300" y="1348759"/>
          <a:ext cx="11198800" cy="4860975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Devices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Chat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Industries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dk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 </a:t>
                      </a:r>
                      <a:b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>
                          <a:solidFill>
                            <a:schemeClr val="dk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others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13" name="Google Shape;1013;p57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/>
              <a:t>Icons</a:t>
            </a:r>
            <a:endParaRPr/>
          </a:p>
        </p:txBody>
      </p:sp>
      <p:pic>
        <p:nvPicPr>
          <p:cNvPr id="1014" name="Google Shape;1014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7089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06997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5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96904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5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7089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5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36966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5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47058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5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577028" y="4247547"/>
            <a:ext cx="456743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p5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577028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5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236966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5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066935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5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96904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57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747058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p57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726873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7" name="Google Shape;1027;p5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6066935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57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406997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57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556843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57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386812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57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7726873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57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7725975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57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8555816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p57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4406612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57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5236453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57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066293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57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3576771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57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917089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57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2746930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57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6896134" y="3551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57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10216781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57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6896904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3" name="Google Shape;1043;p57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1917089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57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6066935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57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11046753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57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3577028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57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4406997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57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7725975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57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2747058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57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5236453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57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5236966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57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1917089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57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9385655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57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7726873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57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8556843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57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9385655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57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10216781" y="21583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57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6896134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9" name="Google Shape;1059;p57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2746930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57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3576771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57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4406612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57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066293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57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1104675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57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10216781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57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855684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57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9385655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57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5236966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57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6066935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57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6896904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57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7726873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57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1917089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57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2747058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57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3577028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57"/>
          <p:cNvPicPr preferRelativeResize="0"/>
          <p:nvPr/>
        </p:nvPicPr>
        <p:blipFill rotWithShape="1">
          <a:blip r:embed="rId63">
            <a:alphaModFix/>
          </a:blip>
          <a:srcRect/>
          <a:stretch/>
        </p:blipFill>
        <p:spPr>
          <a:xfrm>
            <a:off x="4406997" y="146190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57"/>
          <p:cNvPicPr preferRelativeResize="0"/>
          <p:nvPr/>
        </p:nvPicPr>
        <p:blipFill rotWithShape="1">
          <a:blip r:embed="rId64">
            <a:alphaModFix/>
          </a:blip>
          <a:srcRect/>
          <a:stretch/>
        </p:blipFill>
        <p:spPr>
          <a:xfrm>
            <a:off x="8555816" y="285472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57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8556843" y="49439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57"/>
          <p:cNvPicPr preferRelativeResize="0"/>
          <p:nvPr/>
        </p:nvPicPr>
        <p:blipFill rotWithShape="1">
          <a:blip r:embed="rId66">
            <a:alphaModFix/>
          </a:blip>
          <a:srcRect/>
          <a:stretch/>
        </p:blipFill>
        <p:spPr>
          <a:xfrm>
            <a:off x="11046753" y="424754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57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9386812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57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5236966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57"/>
          <p:cNvPicPr preferRelativeResize="0"/>
          <p:nvPr/>
        </p:nvPicPr>
        <p:blipFill rotWithShape="1">
          <a:blip r:embed="rId69">
            <a:alphaModFix/>
          </a:blip>
          <a:srcRect/>
          <a:stretch/>
        </p:blipFill>
        <p:spPr>
          <a:xfrm>
            <a:off x="2747058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57"/>
          <p:cNvPicPr preferRelativeResize="0"/>
          <p:nvPr/>
        </p:nvPicPr>
        <p:blipFill rotWithShape="1">
          <a:blip r:embed="rId70">
            <a:alphaModFix/>
          </a:blip>
          <a:srcRect/>
          <a:stretch/>
        </p:blipFill>
        <p:spPr>
          <a:xfrm>
            <a:off x="1917089" y="5675626"/>
            <a:ext cx="457200" cy="414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57"/>
          <p:cNvPicPr preferRelativeResize="0"/>
          <p:nvPr/>
        </p:nvPicPr>
        <p:blipFill rotWithShape="1">
          <a:blip r:embed="rId71">
            <a:alphaModFix/>
          </a:blip>
          <a:srcRect/>
          <a:stretch/>
        </p:blipFill>
        <p:spPr>
          <a:xfrm>
            <a:off x="7726873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57"/>
          <p:cNvPicPr preferRelativeResize="0"/>
          <p:nvPr/>
        </p:nvPicPr>
        <p:blipFill rotWithShape="1">
          <a:blip r:embed="rId72">
            <a:alphaModFix/>
          </a:blip>
          <a:srcRect/>
          <a:stretch/>
        </p:blipFill>
        <p:spPr>
          <a:xfrm>
            <a:off x="6066935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4" name="Google Shape;1084;p57"/>
          <p:cNvPicPr preferRelativeResize="0"/>
          <p:nvPr/>
        </p:nvPicPr>
        <p:blipFill rotWithShape="1">
          <a:blip r:embed="rId73">
            <a:alphaModFix/>
          </a:blip>
          <a:srcRect/>
          <a:stretch/>
        </p:blipFill>
        <p:spPr>
          <a:xfrm>
            <a:off x="11046753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57"/>
          <p:cNvPicPr preferRelativeResize="0"/>
          <p:nvPr/>
        </p:nvPicPr>
        <p:blipFill rotWithShape="1">
          <a:blip r:embed="rId74">
            <a:alphaModFix/>
          </a:blip>
          <a:srcRect/>
          <a:stretch/>
        </p:blipFill>
        <p:spPr>
          <a:xfrm>
            <a:off x="6896904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57"/>
          <p:cNvPicPr preferRelativeResize="0"/>
          <p:nvPr/>
        </p:nvPicPr>
        <p:blipFill rotWithShape="1">
          <a:blip r:embed="rId75">
            <a:alphaModFix/>
          </a:blip>
          <a:srcRect/>
          <a:stretch/>
        </p:blipFill>
        <p:spPr>
          <a:xfrm>
            <a:off x="8556843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57"/>
          <p:cNvPicPr preferRelativeResize="0"/>
          <p:nvPr/>
        </p:nvPicPr>
        <p:blipFill rotWithShape="1">
          <a:blip r:embed="rId76">
            <a:alphaModFix/>
          </a:blip>
          <a:srcRect/>
          <a:stretch/>
        </p:blipFill>
        <p:spPr>
          <a:xfrm>
            <a:off x="3577028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57"/>
          <p:cNvPicPr preferRelativeResize="0"/>
          <p:nvPr/>
        </p:nvPicPr>
        <p:blipFill rotWithShape="1">
          <a:blip r:embed="rId77">
            <a:alphaModFix/>
          </a:blip>
          <a:srcRect/>
          <a:stretch/>
        </p:blipFill>
        <p:spPr>
          <a:xfrm>
            <a:off x="4406997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57"/>
          <p:cNvPicPr preferRelativeResize="0"/>
          <p:nvPr/>
        </p:nvPicPr>
        <p:blipFill rotWithShape="1">
          <a:blip r:embed="rId78">
            <a:alphaModFix/>
          </a:blip>
          <a:srcRect/>
          <a:stretch/>
        </p:blipFill>
        <p:spPr>
          <a:xfrm>
            <a:off x="10216781" y="5675626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4" name="Google Shape;1094;p58"/>
          <p:cNvGraphicFramePr/>
          <p:nvPr/>
        </p:nvGraphicFramePr>
        <p:xfrm>
          <a:off x="495300" y="1348759"/>
          <a:ext cx="11198800" cy="4966650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People </a:t>
                      </a:r>
                      <a:b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places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Box products and differentiators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Analytics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95" name="Google Shape;1095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8419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97155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5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18419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5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26996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5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51606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5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56758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p5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17979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5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251166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5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237475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58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754786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5" name="Google Shape;1105;p5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925889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6" name="Google Shape;1106;p58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83683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7" name="Google Shape;1107;p58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896574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Google Shape;1108;p58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726267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58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06773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0" name="Google Shape;1110;p58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6066882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1" name="Google Shape;1111;p58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385655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58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407497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58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918419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4" name="Google Shape;1114;p58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2748112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58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6066882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58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898965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58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5237189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58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918419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58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4407497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58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7726267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1" name="Google Shape;1121;p58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6896574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58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3577804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3" name="Google Shape;1123;p58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4407497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58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8555961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58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6066882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58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3577804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58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523825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8" name="Google Shape;1128;p58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5241476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58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4412579" y="42299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p58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5237189" y="563209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p58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2748112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p58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6896574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58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6084353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4" name="Google Shape;1134;p58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5237189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58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3584793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p58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2748112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58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8555959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58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7726267" y="493864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58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3577804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58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440877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58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6917539" y="216484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58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772786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58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89721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58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357929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58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1918419" y="355174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58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6067315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58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3578099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58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8556758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58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2748259" y="147139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0" name="Google Shape;1150;p58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4407940" y="1471390"/>
            <a:ext cx="456896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1" name="Google Shape;1151;p58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2749812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p58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1918419" y="28582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58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6070373" y="4229943"/>
            <a:ext cx="456896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58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67"/>
              <a:buFont typeface="Inter"/>
              <a:buNone/>
            </a:pPr>
            <a:r>
              <a:rPr lang="en-US" sz="2667"/>
              <a:t>Icons</a:t>
            </a:r>
            <a:endParaRPr/>
          </a:p>
        </p:txBody>
      </p:sp>
      <p:pic>
        <p:nvPicPr>
          <p:cNvPr id="1155" name="Google Shape;1155;p58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7750724" y="2164840"/>
            <a:ext cx="438913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0" name="Google Shape;1160;p59"/>
          <p:cNvGraphicFramePr/>
          <p:nvPr>
            <p:extLst>
              <p:ext uri="{D42A27DB-BD31-4B8C-83A1-F6EECF244321}">
                <p14:modId xmlns:p14="http://schemas.microsoft.com/office/powerpoint/2010/main" val="465952720"/>
              </p:ext>
            </p:extLst>
          </p:nvPr>
        </p:nvGraphicFramePr>
        <p:xfrm>
          <a:off x="493485" y="1349828"/>
          <a:ext cx="11198799" cy="4860975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Types of files </a:t>
                      </a:r>
                      <a:br>
                        <a:rPr lang="en-US" sz="1000" b="1" i="0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 u="none" strike="noStrike" cap="non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media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i="0" u="none" strike="noStrike" cap="none" dirty="0">
                        <a:solidFill>
                          <a:schemeClr val="bg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Cloud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Actions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b="1" i="0" u="none" strike="noStrike" cap="none" dirty="0">
                        <a:solidFill>
                          <a:schemeClr val="bg2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 tools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bg2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Warnings</a:t>
                      </a:r>
                      <a:endParaRPr dirty="0">
                        <a:solidFill>
                          <a:schemeClr val="bg2"/>
                        </a:solidFill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161" name="Google Shape;1161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858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2" name="Google Shape;1162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0783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3" name="Google Shape;1163;p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71055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4" name="Google Shape;1164;p5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40653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5" name="Google Shape;1165;p5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10250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5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31862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7" name="Google Shape;1167;p5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38056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8" name="Google Shape;1168;p5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5170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9" name="Google Shape;1169;p5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72283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0" name="Google Shape;1170;p5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0737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1" name="Google Shape;1171;p59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9397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2" name="Google Shape;1172;p5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7851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3" name="Google Shape;1173;p59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74964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59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23624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59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728216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59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5239316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59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068949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p59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4409683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59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938748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0" name="Google Shape;1180;p59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6898583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1" name="Google Shape;1181;p59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10217116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2" name="Google Shape;1182;p59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4409683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3" name="Google Shape;1183;p59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898583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p59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7728216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5" name="Google Shape;1185;p59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104675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6" name="Google Shape;1186;p59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192078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7" name="Google Shape;1187;p59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6901458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8" name="Google Shape;1188;p59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3580049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p59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8562016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0" name="Google Shape;1190;p59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2750416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1" name="Google Shape;1191;p59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6068949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2" name="Google Shape;1192;p59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938748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3" name="Google Shape;1193;p59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7728216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59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2750416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59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8557849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p59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5239316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p59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3580049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p59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10217116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59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440968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0" name="Google Shape;1200;p59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8557849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1" name="Google Shape;1201;p59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6898583" y="14613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59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10217116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59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9387483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59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192078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59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1920783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59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3581091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59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6901708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59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2750937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9" name="Google Shape;1209;p59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068949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0" name="Google Shape;1210;p59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9387483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1" name="Google Shape;1211;p59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6068949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" name="Google Shape;1212;p59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2750416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59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1920783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59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1104675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59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7728216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59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4411245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59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3579848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8" name="Google Shape;1218;p59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1920783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59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8557849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59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8557849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1" name="Google Shape;1221;p59"/>
          <p:cNvPicPr preferRelativeResize="0"/>
          <p:nvPr/>
        </p:nvPicPr>
        <p:blipFill rotWithShape="1">
          <a:blip r:embed="rId63">
            <a:alphaModFix/>
          </a:blip>
          <a:srcRect/>
          <a:stretch/>
        </p:blipFill>
        <p:spPr>
          <a:xfrm>
            <a:off x="9392170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2" name="Google Shape;1222;p59"/>
          <p:cNvPicPr preferRelativeResize="0"/>
          <p:nvPr/>
        </p:nvPicPr>
        <p:blipFill rotWithShape="1">
          <a:blip r:embed="rId64">
            <a:alphaModFix/>
          </a:blip>
          <a:srcRect/>
          <a:stretch/>
        </p:blipFill>
        <p:spPr>
          <a:xfrm>
            <a:off x="2749445" y="56335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3" name="Google Shape;1223;p59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6071553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p59"/>
          <p:cNvPicPr preferRelativeResize="0"/>
          <p:nvPr/>
        </p:nvPicPr>
        <p:blipFill rotWithShape="1">
          <a:blip r:embed="rId66">
            <a:alphaModFix/>
          </a:blip>
          <a:srcRect/>
          <a:stretch/>
        </p:blipFill>
        <p:spPr>
          <a:xfrm>
            <a:off x="5241399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59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6065108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59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7731862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7" name="Google Shape;1227;p59"/>
          <p:cNvPicPr preferRelativeResize="0"/>
          <p:nvPr/>
        </p:nvPicPr>
        <p:blipFill rotWithShape="1">
          <a:blip r:embed="rId69">
            <a:alphaModFix/>
          </a:blip>
          <a:srcRect/>
          <a:stretch/>
        </p:blipFill>
        <p:spPr>
          <a:xfrm>
            <a:off x="1920783" y="493822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59"/>
          <p:cNvPicPr preferRelativeResize="0"/>
          <p:nvPr/>
        </p:nvPicPr>
        <p:blipFill rotWithShape="1">
          <a:blip r:embed="rId70">
            <a:alphaModFix/>
          </a:blip>
          <a:srcRect/>
          <a:stretch/>
        </p:blipFill>
        <p:spPr>
          <a:xfrm>
            <a:off x="2750416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9" name="Google Shape;1229;p59"/>
          <p:cNvPicPr preferRelativeResize="0"/>
          <p:nvPr/>
        </p:nvPicPr>
        <p:blipFill rotWithShape="1">
          <a:blip r:embed="rId71">
            <a:alphaModFix/>
          </a:blip>
          <a:srcRect/>
          <a:stretch/>
        </p:blipFill>
        <p:spPr>
          <a:xfrm>
            <a:off x="10217116" y="42428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59"/>
          <p:cNvPicPr preferRelativeResize="0"/>
          <p:nvPr/>
        </p:nvPicPr>
        <p:blipFill rotWithShape="1">
          <a:blip r:embed="rId72">
            <a:alphaModFix/>
          </a:blip>
          <a:srcRect/>
          <a:stretch/>
        </p:blipFill>
        <p:spPr>
          <a:xfrm>
            <a:off x="5239316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1" name="Google Shape;1231;p59"/>
          <p:cNvPicPr preferRelativeResize="0"/>
          <p:nvPr/>
        </p:nvPicPr>
        <p:blipFill rotWithShape="1">
          <a:blip r:embed="rId73">
            <a:alphaModFix/>
          </a:blip>
          <a:srcRect/>
          <a:stretch/>
        </p:blipFill>
        <p:spPr>
          <a:xfrm>
            <a:off x="3580049" y="35474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" name="Google Shape;1232;p59"/>
          <p:cNvPicPr preferRelativeResize="0"/>
          <p:nvPr/>
        </p:nvPicPr>
        <p:blipFill rotWithShape="1">
          <a:blip r:embed="rId74">
            <a:alphaModFix/>
          </a:blip>
          <a:srcRect/>
          <a:stretch/>
        </p:blipFill>
        <p:spPr>
          <a:xfrm>
            <a:off x="4409683" y="215676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3" name="Google Shape;1233;p59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5239316" y="2157981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59"/>
          <p:cNvPicPr preferRelativeResize="0"/>
          <p:nvPr/>
        </p:nvPicPr>
        <p:blipFill rotWithShape="1">
          <a:blip r:embed="rId75">
            <a:alphaModFix/>
          </a:blip>
          <a:srcRect/>
          <a:stretch/>
        </p:blipFill>
        <p:spPr>
          <a:xfrm>
            <a:off x="3580049" y="424620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5" name="Google Shape;1235;p59"/>
          <p:cNvPicPr preferRelativeResize="0"/>
          <p:nvPr/>
        </p:nvPicPr>
        <p:blipFill rotWithShape="1">
          <a:blip r:embed="rId76">
            <a:alphaModFix/>
          </a:blip>
          <a:srcRect/>
          <a:stretch/>
        </p:blipFill>
        <p:spPr>
          <a:xfrm>
            <a:off x="10217116" y="28521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59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</a:pPr>
            <a:r>
              <a:rPr lang="en-US"/>
              <a:t>Icons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1" name="Google Shape;1241;p60"/>
          <p:cNvGraphicFramePr/>
          <p:nvPr/>
        </p:nvGraphicFramePr>
        <p:xfrm>
          <a:off x="495300" y="1348759"/>
          <a:ext cx="11198800" cy="4860975"/>
        </p:xfrm>
        <a:graphic>
          <a:graphicData uri="http://schemas.openxmlformats.org/drawingml/2006/table">
            <a:tbl>
              <a:tblPr firstRow="1" bandRow="1">
                <a:noFill/>
                <a:tableStyleId>{61EED9F6-C3E8-469C-8744-E4882CC8F638}</a:tableStyleId>
              </a:tblPr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05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Devices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Chat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Industries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i="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 </a:t>
                      </a:r>
                      <a:b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</a:br>
                      <a:r>
                        <a:rPr lang="en-US" sz="1000" b="1" i="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and others</a:t>
                      </a:r>
                      <a:endParaRPr/>
                    </a:p>
                  </a:txBody>
                  <a:tcPr marL="76200" marR="76200" marT="1524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76200" marR="76200" marT="38100" marB="381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242" name="Google Shape;1242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4022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3" name="Google Shape;1243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1228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4" name="Google Shape;1244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15675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5" name="Google Shape;1245;p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54022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p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86944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6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04110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p6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241298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9" name="Google Shape;1249;p6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15675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p6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09893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1" name="Google Shape;1251;p6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78487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p6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747081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p6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431251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6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226178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5" name="Google Shape;1255;p60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98331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6" name="Google Shape;1256;p60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915675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7" name="Google Shape;1257;p6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3603404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6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915675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9" name="Google Shape;1259;p60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2747526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0" name="Google Shape;1260;p60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5243078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60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3579377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2" name="Google Shape;1262;p60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6074929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3" name="Google Shape;1263;p60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1046537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4" name="Google Shape;1264;p60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896145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5" name="Google Shape;1265;p60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6066067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6" name="Google Shape;1266;p60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915675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7" name="Google Shape;1267;p60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5235988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8" name="Google Shape;1268;p60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3575832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p60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7726223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60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2745753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p60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4405910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60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8566922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" name="Google Shape;1273;p60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6072704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p60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5259098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p60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9398331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p60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6074929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7" name="Google Shape;1277;p60"/>
          <p:cNvPicPr preferRelativeResize="0"/>
          <p:nvPr/>
        </p:nvPicPr>
        <p:blipFill rotWithShape="1">
          <a:blip r:embed="rId38">
            <a:alphaModFix/>
          </a:blip>
          <a:srcRect/>
          <a:stretch/>
        </p:blipFill>
        <p:spPr>
          <a:xfrm>
            <a:off x="10223267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8" name="Google Shape;1278;p60"/>
          <p:cNvPicPr preferRelativeResize="0"/>
          <p:nvPr/>
        </p:nvPicPr>
        <p:blipFill rotWithShape="1">
          <a:blip r:embed="rId39">
            <a:alphaModFix/>
          </a:blip>
          <a:srcRect/>
          <a:stretch/>
        </p:blipFill>
        <p:spPr>
          <a:xfrm>
            <a:off x="9392508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9" name="Google Shape;1279;p60"/>
          <p:cNvPicPr preferRelativeResize="0"/>
          <p:nvPr/>
        </p:nvPicPr>
        <p:blipFill rotWithShape="1">
          <a:blip r:embed="rId40">
            <a:alphaModFix/>
          </a:blip>
          <a:srcRect/>
          <a:stretch/>
        </p:blipFill>
        <p:spPr>
          <a:xfrm>
            <a:off x="2775558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60"/>
          <p:cNvPicPr preferRelativeResize="0"/>
          <p:nvPr/>
        </p:nvPicPr>
        <p:blipFill rotWithShape="1">
          <a:blip r:embed="rId41">
            <a:alphaModFix/>
          </a:blip>
          <a:srcRect/>
          <a:stretch/>
        </p:blipFill>
        <p:spPr>
          <a:xfrm>
            <a:off x="6906780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" name="Google Shape;1281;p60"/>
          <p:cNvPicPr preferRelativeResize="0"/>
          <p:nvPr/>
        </p:nvPicPr>
        <p:blipFill rotWithShape="1">
          <a:blip r:embed="rId42">
            <a:alphaModFix/>
          </a:blip>
          <a:srcRect/>
          <a:stretch/>
        </p:blipFill>
        <p:spPr>
          <a:xfrm>
            <a:off x="8561748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2" name="Google Shape;1282;p60"/>
          <p:cNvPicPr preferRelativeResize="0"/>
          <p:nvPr/>
        </p:nvPicPr>
        <p:blipFill rotWithShape="1">
          <a:blip r:embed="rId43">
            <a:alphaModFix/>
          </a:blip>
          <a:srcRect/>
          <a:stretch/>
        </p:blipFill>
        <p:spPr>
          <a:xfrm>
            <a:off x="4407953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60"/>
          <p:cNvPicPr preferRelativeResize="0"/>
          <p:nvPr/>
        </p:nvPicPr>
        <p:blipFill rotWithShape="1">
          <a:blip r:embed="rId44">
            <a:alphaModFix/>
          </a:blip>
          <a:srcRect/>
          <a:stretch/>
        </p:blipFill>
        <p:spPr>
          <a:xfrm>
            <a:off x="8570484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60"/>
          <p:cNvPicPr preferRelativeResize="0"/>
          <p:nvPr/>
        </p:nvPicPr>
        <p:blipFill rotWithShape="1">
          <a:blip r:embed="rId45">
            <a:alphaModFix/>
          </a:blip>
          <a:srcRect/>
          <a:stretch/>
        </p:blipFill>
        <p:spPr>
          <a:xfrm>
            <a:off x="4411228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60"/>
          <p:cNvPicPr preferRelativeResize="0"/>
          <p:nvPr/>
        </p:nvPicPr>
        <p:blipFill rotWithShape="1">
          <a:blip r:embed="rId46">
            <a:alphaModFix/>
          </a:blip>
          <a:srcRect/>
          <a:stretch/>
        </p:blipFill>
        <p:spPr>
          <a:xfrm>
            <a:off x="6914791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6" name="Google Shape;1286;p60"/>
          <p:cNvPicPr preferRelativeResize="0"/>
          <p:nvPr/>
        </p:nvPicPr>
        <p:blipFill rotWithShape="1">
          <a:blip r:embed="rId47">
            <a:alphaModFix/>
          </a:blip>
          <a:srcRect/>
          <a:stretch/>
        </p:blipFill>
        <p:spPr>
          <a:xfrm>
            <a:off x="7742638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p60"/>
          <p:cNvPicPr preferRelativeResize="0"/>
          <p:nvPr/>
        </p:nvPicPr>
        <p:blipFill rotWithShape="1">
          <a:blip r:embed="rId48">
            <a:alphaModFix/>
          </a:blip>
          <a:srcRect/>
          <a:stretch/>
        </p:blipFill>
        <p:spPr>
          <a:xfrm>
            <a:off x="2746434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8" name="Google Shape;1288;p60"/>
          <p:cNvPicPr preferRelativeResize="0"/>
          <p:nvPr/>
        </p:nvPicPr>
        <p:blipFill rotWithShape="1">
          <a:blip r:embed="rId49">
            <a:alphaModFix/>
          </a:blip>
          <a:srcRect/>
          <a:stretch/>
        </p:blipFill>
        <p:spPr>
          <a:xfrm>
            <a:off x="8570484" y="216205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60"/>
          <p:cNvPicPr preferRelativeResize="0"/>
          <p:nvPr/>
        </p:nvPicPr>
        <p:blipFill rotWithShape="1">
          <a:blip r:embed="rId50">
            <a:alphaModFix/>
          </a:blip>
          <a:srcRect/>
          <a:stretch/>
        </p:blipFill>
        <p:spPr>
          <a:xfrm>
            <a:off x="7735516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0" name="Google Shape;1290;p60"/>
          <p:cNvPicPr preferRelativeResize="0"/>
          <p:nvPr/>
        </p:nvPicPr>
        <p:blipFill rotWithShape="1">
          <a:blip r:embed="rId51">
            <a:alphaModFix/>
          </a:blip>
          <a:srcRect/>
          <a:stretch/>
        </p:blipFill>
        <p:spPr>
          <a:xfrm>
            <a:off x="6906780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1" name="Google Shape;1291;p60"/>
          <p:cNvPicPr preferRelativeResize="0"/>
          <p:nvPr/>
        </p:nvPicPr>
        <p:blipFill rotWithShape="1">
          <a:blip r:embed="rId52">
            <a:alphaModFix/>
          </a:blip>
          <a:srcRect/>
          <a:stretch/>
        </p:blipFill>
        <p:spPr>
          <a:xfrm>
            <a:off x="5238712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2" name="Google Shape;1292;p60"/>
          <p:cNvPicPr preferRelativeResize="0"/>
          <p:nvPr/>
        </p:nvPicPr>
        <p:blipFill rotWithShape="1">
          <a:blip r:embed="rId53">
            <a:alphaModFix/>
          </a:blip>
          <a:srcRect/>
          <a:stretch/>
        </p:blipFill>
        <p:spPr>
          <a:xfrm>
            <a:off x="1915675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3" name="Google Shape;1293;p60"/>
          <p:cNvPicPr preferRelativeResize="0"/>
          <p:nvPr/>
        </p:nvPicPr>
        <p:blipFill rotWithShape="1">
          <a:blip r:embed="rId54">
            <a:alphaModFix/>
          </a:blip>
          <a:srcRect/>
          <a:stretch/>
        </p:blipFill>
        <p:spPr>
          <a:xfrm>
            <a:off x="3577193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4" name="Google Shape;1294;p60"/>
          <p:cNvPicPr preferRelativeResize="0"/>
          <p:nvPr/>
        </p:nvPicPr>
        <p:blipFill rotWithShape="1">
          <a:blip r:embed="rId55">
            <a:alphaModFix/>
          </a:blip>
          <a:srcRect/>
          <a:stretch/>
        </p:blipFill>
        <p:spPr>
          <a:xfrm>
            <a:off x="3579377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5" name="Google Shape;1295;p60"/>
          <p:cNvPicPr preferRelativeResize="0"/>
          <p:nvPr/>
        </p:nvPicPr>
        <p:blipFill rotWithShape="1">
          <a:blip r:embed="rId56">
            <a:alphaModFix/>
          </a:blip>
          <a:srcRect/>
          <a:stretch/>
        </p:blipFill>
        <p:spPr>
          <a:xfrm>
            <a:off x="6069471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6" name="Google Shape;1296;p60"/>
          <p:cNvPicPr preferRelativeResize="0"/>
          <p:nvPr/>
        </p:nvPicPr>
        <p:blipFill rotWithShape="1">
          <a:blip r:embed="rId57">
            <a:alphaModFix/>
          </a:blip>
          <a:srcRect/>
          <a:stretch/>
        </p:blipFill>
        <p:spPr>
          <a:xfrm>
            <a:off x="6900230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60"/>
          <p:cNvPicPr preferRelativeResize="0"/>
          <p:nvPr/>
        </p:nvPicPr>
        <p:blipFill rotWithShape="1">
          <a:blip r:embed="rId58">
            <a:alphaModFix/>
          </a:blip>
          <a:srcRect/>
          <a:stretch/>
        </p:blipFill>
        <p:spPr>
          <a:xfrm>
            <a:off x="7730989" y="424651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p60"/>
          <p:cNvPicPr preferRelativeResize="0"/>
          <p:nvPr/>
        </p:nvPicPr>
        <p:blipFill rotWithShape="1">
          <a:blip r:embed="rId59">
            <a:alphaModFix/>
          </a:blip>
          <a:srcRect/>
          <a:stretch/>
        </p:blipFill>
        <p:spPr>
          <a:xfrm>
            <a:off x="2747526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p60"/>
          <p:cNvPicPr preferRelativeResize="0"/>
          <p:nvPr/>
        </p:nvPicPr>
        <p:blipFill rotWithShape="1">
          <a:blip r:embed="rId60">
            <a:alphaModFix/>
          </a:blip>
          <a:srcRect/>
          <a:stretch/>
        </p:blipFill>
        <p:spPr>
          <a:xfrm>
            <a:off x="7738631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0" name="Google Shape;1300;p60"/>
          <p:cNvPicPr preferRelativeResize="0"/>
          <p:nvPr/>
        </p:nvPicPr>
        <p:blipFill rotWithShape="1">
          <a:blip r:embed="rId61">
            <a:alphaModFix/>
          </a:blip>
          <a:srcRect/>
          <a:stretch/>
        </p:blipFill>
        <p:spPr>
          <a:xfrm>
            <a:off x="8570484" y="35516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1" name="Google Shape;1301;p60"/>
          <p:cNvPicPr preferRelativeResize="0"/>
          <p:nvPr/>
        </p:nvPicPr>
        <p:blipFill rotWithShape="1">
          <a:blip r:embed="rId62">
            <a:alphaModFix/>
          </a:blip>
          <a:srcRect/>
          <a:stretch/>
        </p:blipFill>
        <p:spPr>
          <a:xfrm>
            <a:off x="10216458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2" name="Google Shape;1302;p60"/>
          <p:cNvPicPr preferRelativeResize="0"/>
          <p:nvPr/>
        </p:nvPicPr>
        <p:blipFill rotWithShape="1">
          <a:blip r:embed="rId63">
            <a:alphaModFix/>
          </a:blip>
          <a:srcRect/>
          <a:stretch/>
        </p:blipFill>
        <p:spPr>
          <a:xfrm>
            <a:off x="8556302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3" name="Google Shape;1303;p60"/>
          <p:cNvPicPr preferRelativeResize="0"/>
          <p:nvPr/>
        </p:nvPicPr>
        <p:blipFill rotWithShape="1">
          <a:blip r:embed="rId64">
            <a:alphaModFix/>
          </a:blip>
          <a:srcRect/>
          <a:stretch/>
        </p:blipFill>
        <p:spPr>
          <a:xfrm>
            <a:off x="9386380" y="146724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4" name="Google Shape;1304;p60"/>
          <p:cNvPicPr preferRelativeResize="0"/>
          <p:nvPr/>
        </p:nvPicPr>
        <p:blipFill rotWithShape="1">
          <a:blip r:embed="rId65">
            <a:alphaModFix/>
          </a:blip>
          <a:srcRect/>
          <a:stretch/>
        </p:blipFill>
        <p:spPr>
          <a:xfrm>
            <a:off x="5243078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5" name="Google Shape;1305;p60"/>
          <p:cNvPicPr preferRelativeResize="0"/>
          <p:nvPr/>
        </p:nvPicPr>
        <p:blipFill rotWithShape="1">
          <a:blip r:embed="rId66">
            <a:alphaModFix/>
          </a:blip>
          <a:srcRect/>
          <a:stretch/>
        </p:blipFill>
        <p:spPr>
          <a:xfrm>
            <a:off x="7738631" y="4941336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6" name="Google Shape;1306;p60"/>
          <p:cNvPicPr preferRelativeResize="0"/>
          <p:nvPr/>
        </p:nvPicPr>
        <p:blipFill rotWithShape="1">
          <a:blip r:embed="rId67">
            <a:alphaModFix/>
          </a:blip>
          <a:srcRect/>
          <a:stretch/>
        </p:blipFill>
        <p:spPr>
          <a:xfrm>
            <a:off x="3575832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7" name="Google Shape;1307;p60"/>
          <p:cNvPicPr preferRelativeResize="0"/>
          <p:nvPr/>
        </p:nvPicPr>
        <p:blipFill rotWithShape="1">
          <a:blip r:embed="rId68">
            <a:alphaModFix/>
          </a:blip>
          <a:srcRect/>
          <a:stretch/>
        </p:blipFill>
        <p:spPr>
          <a:xfrm>
            <a:off x="4405910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8" name="Google Shape;1308;p60"/>
          <p:cNvPicPr preferRelativeResize="0"/>
          <p:nvPr/>
        </p:nvPicPr>
        <p:blipFill rotWithShape="1">
          <a:blip r:embed="rId69">
            <a:alphaModFix/>
          </a:blip>
          <a:srcRect/>
          <a:stretch/>
        </p:blipFill>
        <p:spPr>
          <a:xfrm>
            <a:off x="9386380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60"/>
          <p:cNvPicPr preferRelativeResize="0"/>
          <p:nvPr/>
        </p:nvPicPr>
        <p:blipFill rotWithShape="1">
          <a:blip r:embed="rId70">
            <a:alphaModFix/>
          </a:blip>
          <a:srcRect/>
          <a:stretch/>
        </p:blipFill>
        <p:spPr>
          <a:xfrm>
            <a:off x="5235988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60"/>
          <p:cNvPicPr preferRelativeResize="0"/>
          <p:nvPr/>
        </p:nvPicPr>
        <p:blipFill rotWithShape="1">
          <a:blip r:embed="rId71">
            <a:alphaModFix/>
          </a:blip>
          <a:srcRect/>
          <a:stretch/>
        </p:blipFill>
        <p:spPr>
          <a:xfrm>
            <a:off x="2745753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1" name="Google Shape;1311;p60"/>
          <p:cNvPicPr preferRelativeResize="0"/>
          <p:nvPr/>
        </p:nvPicPr>
        <p:blipFill rotWithShape="1">
          <a:blip r:embed="rId72">
            <a:alphaModFix/>
          </a:blip>
          <a:srcRect/>
          <a:stretch/>
        </p:blipFill>
        <p:spPr>
          <a:xfrm>
            <a:off x="1869023" y="5633293"/>
            <a:ext cx="503853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2" name="Google Shape;1312;p60"/>
          <p:cNvPicPr preferRelativeResize="0"/>
          <p:nvPr/>
        </p:nvPicPr>
        <p:blipFill rotWithShape="1">
          <a:blip r:embed="rId73">
            <a:alphaModFix/>
          </a:blip>
          <a:srcRect/>
          <a:stretch/>
        </p:blipFill>
        <p:spPr>
          <a:xfrm>
            <a:off x="7726223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3" name="Google Shape;1313;p60"/>
          <p:cNvPicPr preferRelativeResize="0"/>
          <p:nvPr/>
        </p:nvPicPr>
        <p:blipFill rotWithShape="1">
          <a:blip r:embed="rId74">
            <a:alphaModFix/>
          </a:blip>
          <a:srcRect/>
          <a:stretch/>
        </p:blipFill>
        <p:spPr>
          <a:xfrm>
            <a:off x="6066067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4" name="Google Shape;1314;p60"/>
          <p:cNvPicPr preferRelativeResize="0"/>
          <p:nvPr/>
        </p:nvPicPr>
        <p:blipFill rotWithShape="1">
          <a:blip r:embed="rId75">
            <a:alphaModFix/>
          </a:blip>
          <a:srcRect/>
          <a:stretch/>
        </p:blipFill>
        <p:spPr>
          <a:xfrm>
            <a:off x="11046537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60"/>
          <p:cNvPicPr preferRelativeResize="0"/>
          <p:nvPr/>
        </p:nvPicPr>
        <p:blipFill rotWithShape="1">
          <a:blip r:embed="rId76">
            <a:alphaModFix/>
          </a:blip>
          <a:srcRect/>
          <a:stretch/>
        </p:blipFill>
        <p:spPr>
          <a:xfrm>
            <a:off x="10226178" y="285687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6" name="Google Shape;1316;p60"/>
          <p:cNvPicPr preferRelativeResize="0"/>
          <p:nvPr/>
        </p:nvPicPr>
        <p:blipFill rotWithShape="1">
          <a:blip r:embed="rId77">
            <a:alphaModFix/>
          </a:blip>
          <a:srcRect/>
          <a:stretch/>
        </p:blipFill>
        <p:spPr>
          <a:xfrm>
            <a:off x="10216458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7" name="Google Shape;1317;p60"/>
          <p:cNvPicPr preferRelativeResize="0"/>
          <p:nvPr/>
        </p:nvPicPr>
        <p:blipFill rotWithShape="1">
          <a:blip r:embed="rId78">
            <a:alphaModFix/>
          </a:blip>
          <a:srcRect/>
          <a:stretch/>
        </p:blipFill>
        <p:spPr>
          <a:xfrm>
            <a:off x="6896145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8" name="Google Shape;1318;p60"/>
          <p:cNvPicPr preferRelativeResize="0"/>
          <p:nvPr/>
        </p:nvPicPr>
        <p:blipFill rotWithShape="1">
          <a:blip r:embed="rId79">
            <a:alphaModFix/>
          </a:blip>
          <a:srcRect/>
          <a:stretch/>
        </p:blipFill>
        <p:spPr>
          <a:xfrm>
            <a:off x="8556302" y="563329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9" name="Google Shape;1319;p60"/>
          <p:cNvSpPr txBox="1">
            <a:spLocks noGrp="1"/>
          </p:cNvSpPr>
          <p:nvPr>
            <p:ph type="title"/>
          </p:nvPr>
        </p:nvSpPr>
        <p:spPr>
          <a:xfrm>
            <a:off x="495300" y="46863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None/>
            </a:pPr>
            <a:r>
              <a:rPr lang="en-US"/>
              <a:t>Icons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61"/>
          <p:cNvSpPr/>
          <p:nvPr/>
        </p:nvSpPr>
        <p:spPr>
          <a:xfrm>
            <a:off x="570427" y="2562041"/>
            <a:ext cx="2685645" cy="2685645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6" name="Google Shape;1326;p61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"/>
              <a:buNone/>
            </a:pPr>
            <a:r>
              <a:rPr lang="en-US"/>
              <a:t>Speaker and partner headshots</a:t>
            </a:r>
            <a:endParaRPr/>
          </a:p>
        </p:txBody>
      </p:sp>
      <p:sp>
        <p:nvSpPr>
          <p:cNvPr id="1327" name="Google Shape;1327;p61"/>
          <p:cNvSpPr/>
          <p:nvPr/>
        </p:nvSpPr>
        <p:spPr>
          <a:xfrm>
            <a:off x="3801066" y="1485636"/>
            <a:ext cx="1955656" cy="4471818"/>
          </a:xfrm>
          <a:prstGeom prst="roundRect">
            <a:avLst>
              <a:gd name="adj" fmla="val 10492"/>
            </a:avLst>
          </a:prstGeom>
          <a:noFill/>
          <a:ln w="25400" cap="flat" cmpd="sng">
            <a:solidFill>
              <a:srgbClr val="26C2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8" name="Google Shape;1328;p61"/>
          <p:cNvSpPr/>
          <p:nvPr/>
        </p:nvSpPr>
        <p:spPr>
          <a:xfrm>
            <a:off x="5969533" y="1485636"/>
            <a:ext cx="5652117" cy="4471818"/>
          </a:xfrm>
          <a:prstGeom prst="roundRect">
            <a:avLst>
              <a:gd name="adj" fmla="val 5069"/>
            </a:avLst>
          </a:prstGeom>
          <a:noFill/>
          <a:ln w="25400" cap="flat" cmpd="sng">
            <a:solidFill>
              <a:srgbClr val="ED37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9" name="Google Shape;1329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01680" y="197946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30" name="Google Shape;1330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01680" y="4030980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31" name="Google Shape;1331;p61" descr="Picture 80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27923" y="1234928"/>
            <a:ext cx="501943" cy="50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2" name="Google Shape;1332;p61" descr="Picture 86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78535" y="1234664"/>
            <a:ext cx="501943" cy="50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61"/>
          <p:cNvPicPr preferRelativeResize="0"/>
          <p:nvPr/>
        </p:nvPicPr>
        <p:blipFill rotWithShape="1">
          <a:blip r:embed="rId8">
            <a:alphaModFix/>
          </a:blip>
          <a:srcRect l="11853" r="21445"/>
          <a:stretch/>
        </p:blipFill>
        <p:spPr>
          <a:xfrm>
            <a:off x="9852048" y="197946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34" name="Google Shape;1334;p6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847228" y="400130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335" name="Google Shape;1335;p61"/>
          <p:cNvSpPr txBox="1"/>
          <p:nvPr/>
        </p:nvSpPr>
        <p:spPr>
          <a:xfrm>
            <a:off x="1143293" y="1901355"/>
            <a:ext cx="1554428" cy="348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7"/>
              <a:buFont typeface="Arial"/>
              <a:buNone/>
            </a:pPr>
            <a:r>
              <a:rPr lang="en-US" sz="166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Template</a:t>
            </a:r>
            <a:endParaRPr/>
          </a:p>
        </p:txBody>
      </p:sp>
      <p:sp>
        <p:nvSpPr>
          <p:cNvPr id="1336" name="Google Shape;1336;p61"/>
          <p:cNvSpPr txBox="1"/>
          <p:nvPr/>
        </p:nvSpPr>
        <p:spPr>
          <a:xfrm>
            <a:off x="6184439" y="3583377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Another person in shot</a:t>
            </a:r>
            <a:endParaRPr/>
          </a:p>
        </p:txBody>
      </p:sp>
      <p:sp>
        <p:nvSpPr>
          <p:cNvPr id="1337" name="Google Shape;1337;p61"/>
          <p:cNvSpPr txBox="1"/>
          <p:nvPr/>
        </p:nvSpPr>
        <p:spPr>
          <a:xfrm>
            <a:off x="8018243" y="3583377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Cropped too close</a:t>
            </a:r>
            <a:endParaRPr/>
          </a:p>
        </p:txBody>
      </p:sp>
      <p:sp>
        <p:nvSpPr>
          <p:cNvPr id="1338" name="Google Shape;1338;p61"/>
          <p:cNvSpPr txBox="1"/>
          <p:nvPr/>
        </p:nvSpPr>
        <p:spPr>
          <a:xfrm>
            <a:off x="9847227" y="3583377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Too far</a:t>
            </a:r>
            <a:endParaRPr/>
          </a:p>
        </p:txBody>
      </p:sp>
      <p:sp>
        <p:nvSpPr>
          <p:cNvPr id="1339" name="Google Shape;1339;p61"/>
          <p:cNvSpPr txBox="1"/>
          <p:nvPr/>
        </p:nvSpPr>
        <p:spPr>
          <a:xfrm>
            <a:off x="9745984" y="5612078"/>
            <a:ext cx="175691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Has logos or graphic t-shirts</a:t>
            </a:r>
            <a:endParaRPr/>
          </a:p>
        </p:txBody>
      </p:sp>
      <p:sp>
        <p:nvSpPr>
          <p:cNvPr id="1340" name="Google Shape;1340;p61"/>
          <p:cNvSpPr txBox="1"/>
          <p:nvPr/>
        </p:nvSpPr>
        <p:spPr>
          <a:xfrm>
            <a:off x="6184439" y="5617026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Pixelated/too blurry</a:t>
            </a:r>
            <a:endParaRPr/>
          </a:p>
        </p:txBody>
      </p:sp>
      <p:sp>
        <p:nvSpPr>
          <p:cNvPr id="1341" name="Google Shape;1341;p61"/>
          <p:cNvSpPr txBox="1"/>
          <p:nvPr/>
        </p:nvSpPr>
        <p:spPr>
          <a:xfrm>
            <a:off x="8018243" y="5617026"/>
            <a:ext cx="155442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Too artsy</a:t>
            </a:r>
            <a:endParaRPr/>
          </a:p>
        </p:txBody>
      </p:sp>
      <p:pic>
        <p:nvPicPr>
          <p:cNvPr id="1342" name="Google Shape;1342;p6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18243" y="197946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43" name="Google Shape;1343;p61"/>
          <p:cNvPicPr preferRelativeResize="0"/>
          <p:nvPr/>
        </p:nvPicPr>
        <p:blipFill rotWithShape="1">
          <a:blip r:embed="rId11">
            <a:alphaModFix/>
          </a:blip>
          <a:srcRect l="16736" r="16735"/>
          <a:stretch/>
        </p:blipFill>
        <p:spPr>
          <a:xfrm>
            <a:off x="8018243" y="400130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44" name="Google Shape;1344;p6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184439" y="400130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345" name="Google Shape;1345;p6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184439" y="1979466"/>
            <a:ext cx="1554428" cy="1554428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grpSp>
        <p:nvGrpSpPr>
          <p:cNvPr id="1346" name="Google Shape;1346;p61"/>
          <p:cNvGrpSpPr/>
          <p:nvPr/>
        </p:nvGrpSpPr>
        <p:grpSpPr>
          <a:xfrm>
            <a:off x="535713" y="2708297"/>
            <a:ext cx="2755482" cy="2393250"/>
            <a:chOff x="642856" y="3249956"/>
            <a:chExt cx="3306578" cy="2871900"/>
          </a:xfrm>
        </p:grpSpPr>
        <p:sp>
          <p:nvSpPr>
            <p:cNvPr id="1347" name="Google Shape;1347;p61"/>
            <p:cNvSpPr/>
            <p:nvPr/>
          </p:nvSpPr>
          <p:spPr>
            <a:xfrm>
              <a:off x="1472849" y="3249956"/>
              <a:ext cx="1644768" cy="2039951"/>
            </a:xfrm>
            <a:prstGeom prst="ellipse">
              <a:avLst/>
            </a:prstGeom>
            <a:solidFill>
              <a:srgbClr val="FFFFFF">
                <a:alpha val="19215"/>
              </a:srgbClr>
            </a:solidFill>
            <a:ln w="254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48" name="Google Shape;1348;p61"/>
            <p:cNvCxnSpPr>
              <a:endCxn id="1349" idx="2"/>
            </p:cNvCxnSpPr>
            <p:nvPr/>
          </p:nvCxnSpPr>
          <p:spPr>
            <a:xfrm>
              <a:off x="1472831" y="4269931"/>
              <a:ext cx="436200" cy="0"/>
            </a:xfrm>
            <a:prstGeom prst="straightConnector1">
              <a:avLst/>
            </a:prstGeom>
            <a:noFill/>
            <a:ln w="127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350" name="Google Shape;1350;p61"/>
            <p:cNvCxnSpPr>
              <a:stCxn id="1347" idx="0"/>
            </p:cNvCxnSpPr>
            <p:nvPr/>
          </p:nvCxnSpPr>
          <p:spPr>
            <a:xfrm>
              <a:off x="2295233" y="3249956"/>
              <a:ext cx="9300" cy="2871900"/>
            </a:xfrm>
            <a:prstGeom prst="straightConnector1">
              <a:avLst/>
            </a:prstGeom>
            <a:noFill/>
            <a:ln w="127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</p:cxnSp>
        <p:sp>
          <p:nvSpPr>
            <p:cNvPr id="1351" name="Google Shape;1351;p61"/>
            <p:cNvSpPr/>
            <p:nvPr/>
          </p:nvSpPr>
          <p:spPr>
            <a:xfrm>
              <a:off x="2472717" y="4212364"/>
              <a:ext cx="206027" cy="115133"/>
            </a:xfrm>
            <a:prstGeom prst="ellipse">
              <a:avLst/>
            </a:prstGeom>
            <a:noFill/>
            <a:ln w="25400" cap="flat" cmpd="sng">
              <a:solidFill>
                <a:srgbClr val="FFC000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61"/>
            <p:cNvSpPr/>
            <p:nvPr/>
          </p:nvSpPr>
          <p:spPr>
            <a:xfrm>
              <a:off x="1909031" y="4212364"/>
              <a:ext cx="206027" cy="115133"/>
            </a:xfrm>
            <a:prstGeom prst="ellipse">
              <a:avLst/>
            </a:prstGeom>
            <a:noFill/>
            <a:ln w="25400" cap="flat" cmpd="sng">
              <a:solidFill>
                <a:srgbClr val="FFC000">
                  <a:alpha val="4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61"/>
            <p:cNvSpPr/>
            <p:nvPr/>
          </p:nvSpPr>
          <p:spPr>
            <a:xfrm>
              <a:off x="2625445" y="5205197"/>
              <a:ext cx="1323989" cy="875065"/>
            </a:xfrm>
            <a:custGeom>
              <a:avLst/>
              <a:gdLst/>
              <a:ahLst/>
              <a:cxnLst/>
              <a:rect l="l" t="t" r="r" b="b"/>
              <a:pathLst>
                <a:path w="78153" h="288107" extrusionOk="0">
                  <a:moveTo>
                    <a:pt x="0" y="0"/>
                  </a:moveTo>
                  <a:cubicBezTo>
                    <a:pt x="2605" y="46892"/>
                    <a:pt x="1403" y="103333"/>
                    <a:pt x="14272" y="133924"/>
                  </a:cubicBezTo>
                  <a:cubicBezTo>
                    <a:pt x="29773" y="170771"/>
                    <a:pt x="32855" y="169501"/>
                    <a:pt x="44578" y="194072"/>
                  </a:cubicBezTo>
                  <a:cubicBezTo>
                    <a:pt x="64248" y="229334"/>
                    <a:pt x="75425" y="248636"/>
                    <a:pt x="78153" y="288107"/>
                  </a:cubicBezTo>
                </a:path>
              </a:pathLst>
            </a:custGeom>
            <a:noFill/>
            <a:ln w="254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61"/>
            <p:cNvSpPr/>
            <p:nvPr/>
          </p:nvSpPr>
          <p:spPr>
            <a:xfrm flipH="1">
              <a:off x="642856" y="5205197"/>
              <a:ext cx="1323989" cy="875065"/>
            </a:xfrm>
            <a:custGeom>
              <a:avLst/>
              <a:gdLst/>
              <a:ahLst/>
              <a:cxnLst/>
              <a:rect l="l" t="t" r="r" b="b"/>
              <a:pathLst>
                <a:path w="78153" h="288107" extrusionOk="0">
                  <a:moveTo>
                    <a:pt x="0" y="0"/>
                  </a:moveTo>
                  <a:cubicBezTo>
                    <a:pt x="2605" y="46892"/>
                    <a:pt x="1403" y="103333"/>
                    <a:pt x="14272" y="133924"/>
                  </a:cubicBezTo>
                  <a:cubicBezTo>
                    <a:pt x="29773" y="170771"/>
                    <a:pt x="32855" y="169501"/>
                    <a:pt x="44578" y="194072"/>
                  </a:cubicBezTo>
                  <a:cubicBezTo>
                    <a:pt x="64248" y="229334"/>
                    <a:pt x="75425" y="248636"/>
                    <a:pt x="78153" y="288107"/>
                  </a:cubicBezTo>
                </a:path>
              </a:pathLst>
            </a:custGeom>
            <a:noFill/>
            <a:ln w="254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7"/>
                <a:buFont typeface="Arial"/>
                <a:buNone/>
              </a:pPr>
              <a:endParaRPr sz="1167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4" name="Google Shape;1354;p61"/>
            <p:cNvCxnSpPr>
              <a:endCxn id="1351" idx="2"/>
            </p:cNvCxnSpPr>
            <p:nvPr/>
          </p:nvCxnSpPr>
          <p:spPr>
            <a:xfrm>
              <a:off x="2119017" y="4269931"/>
              <a:ext cx="353700" cy="0"/>
            </a:xfrm>
            <a:prstGeom prst="straightConnector1">
              <a:avLst/>
            </a:prstGeom>
            <a:noFill/>
            <a:ln w="127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</p:cxnSp>
        <p:cxnSp>
          <p:nvCxnSpPr>
            <p:cNvPr id="1355" name="Google Shape;1355;p61"/>
            <p:cNvCxnSpPr/>
            <p:nvPr/>
          </p:nvCxnSpPr>
          <p:spPr>
            <a:xfrm>
              <a:off x="2681792" y="4269931"/>
              <a:ext cx="435825" cy="0"/>
            </a:xfrm>
            <a:prstGeom prst="straightConnector1">
              <a:avLst/>
            </a:prstGeom>
            <a:noFill/>
            <a:ln w="12700" cap="flat" cmpd="sng">
              <a:solidFill>
                <a:srgbClr val="FFC000">
                  <a:alpha val="40000"/>
                </a:srgbClr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62"/>
          <p:cNvSpPr/>
          <p:nvPr/>
        </p:nvSpPr>
        <p:spPr>
          <a:xfrm>
            <a:off x="9938678" y="4227691"/>
            <a:ext cx="762000" cy="7620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62"/>
          <p:cNvSpPr/>
          <p:nvPr/>
        </p:nvSpPr>
        <p:spPr>
          <a:xfrm>
            <a:off x="1499499" y="3009636"/>
            <a:ext cx="762000" cy="762000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62"/>
          <p:cNvSpPr/>
          <p:nvPr/>
        </p:nvSpPr>
        <p:spPr>
          <a:xfrm>
            <a:off x="2705096" y="3009636"/>
            <a:ext cx="762000" cy="762000"/>
          </a:xfrm>
          <a:prstGeom prst="ellipse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62"/>
          <p:cNvSpPr/>
          <p:nvPr/>
        </p:nvSpPr>
        <p:spPr>
          <a:xfrm>
            <a:off x="3910693" y="3009636"/>
            <a:ext cx="762000" cy="762000"/>
          </a:xfrm>
          <a:prstGeom prst="ellipse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4" name="Google Shape;1364;p62"/>
          <p:cNvSpPr/>
          <p:nvPr/>
        </p:nvSpPr>
        <p:spPr>
          <a:xfrm>
            <a:off x="5116289" y="3009636"/>
            <a:ext cx="762000" cy="762000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62"/>
          <p:cNvSpPr/>
          <p:nvPr/>
        </p:nvSpPr>
        <p:spPr>
          <a:xfrm>
            <a:off x="8733079" y="4227691"/>
            <a:ext cx="762000" cy="762000"/>
          </a:xfrm>
          <a:prstGeom prst="ellipse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62"/>
          <p:cNvSpPr/>
          <p:nvPr/>
        </p:nvSpPr>
        <p:spPr>
          <a:xfrm>
            <a:off x="7527483" y="3009636"/>
            <a:ext cx="762000" cy="762000"/>
          </a:xfrm>
          <a:prstGeom prst="ellipse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62"/>
          <p:cNvSpPr/>
          <p:nvPr/>
        </p:nvSpPr>
        <p:spPr>
          <a:xfrm>
            <a:off x="6321886" y="3009636"/>
            <a:ext cx="762000" cy="762000"/>
          </a:xfrm>
          <a:prstGeom prst="ellipse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62"/>
          <p:cNvSpPr/>
          <p:nvPr/>
        </p:nvSpPr>
        <p:spPr>
          <a:xfrm>
            <a:off x="8733079" y="3009636"/>
            <a:ext cx="762000" cy="762000"/>
          </a:xfrm>
          <a:prstGeom prst="ellipse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62"/>
          <p:cNvSpPr/>
          <p:nvPr/>
        </p:nvSpPr>
        <p:spPr>
          <a:xfrm>
            <a:off x="1499499" y="4227691"/>
            <a:ext cx="762000" cy="762000"/>
          </a:xfrm>
          <a:prstGeom prst="ellipse">
            <a:avLst/>
          </a:prstGeom>
          <a:blipFill rotWithShape="1">
            <a:blip r:embed="rId12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62"/>
          <p:cNvSpPr/>
          <p:nvPr/>
        </p:nvSpPr>
        <p:spPr>
          <a:xfrm>
            <a:off x="2705096" y="4227691"/>
            <a:ext cx="762000" cy="762000"/>
          </a:xfrm>
          <a:prstGeom prst="ellipse">
            <a:avLst/>
          </a:prstGeom>
          <a:blipFill rotWithShape="1">
            <a:blip r:embed="rId13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62"/>
          <p:cNvSpPr/>
          <p:nvPr/>
        </p:nvSpPr>
        <p:spPr>
          <a:xfrm>
            <a:off x="7527483" y="4227691"/>
            <a:ext cx="762000" cy="762000"/>
          </a:xfrm>
          <a:prstGeom prst="ellipse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62"/>
          <p:cNvSpPr/>
          <p:nvPr/>
        </p:nvSpPr>
        <p:spPr>
          <a:xfrm>
            <a:off x="9938678" y="3009636"/>
            <a:ext cx="762000" cy="762000"/>
          </a:xfrm>
          <a:prstGeom prst="ellipse">
            <a:avLst/>
          </a:prstGeom>
          <a:blipFill rotWithShape="1">
            <a:blip r:embed="rId15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62"/>
          <p:cNvSpPr/>
          <p:nvPr/>
        </p:nvSpPr>
        <p:spPr>
          <a:xfrm>
            <a:off x="3910693" y="4227691"/>
            <a:ext cx="762000" cy="762000"/>
          </a:xfrm>
          <a:prstGeom prst="ellipse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62"/>
          <p:cNvSpPr/>
          <p:nvPr/>
        </p:nvSpPr>
        <p:spPr>
          <a:xfrm>
            <a:off x="5116289" y="4227691"/>
            <a:ext cx="762000" cy="762000"/>
          </a:xfrm>
          <a:prstGeom prst="ellipse">
            <a:avLst/>
          </a:prstGeom>
          <a:blipFill rotWithShape="1">
            <a:blip r:embed="rId17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62"/>
          <p:cNvSpPr/>
          <p:nvPr/>
        </p:nvSpPr>
        <p:spPr>
          <a:xfrm>
            <a:off x="6321886" y="4227691"/>
            <a:ext cx="762000" cy="762000"/>
          </a:xfrm>
          <a:prstGeom prst="ellipse">
            <a:avLst/>
          </a:prstGeom>
          <a:blipFill rotWithShape="1">
            <a:blip r:embed="rId18">
              <a:alphaModFix/>
            </a:blip>
            <a:stretch>
              <a:fillRect/>
            </a:stretch>
          </a:blipFill>
          <a:ln w="4445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81000" dist="190500" dir="5400000" algn="t" rotWithShape="0">
              <a:srgbClr val="000000">
                <a:alpha val="3411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6" name="Google Shape;1376;p62"/>
          <p:cNvCxnSpPr/>
          <p:nvPr/>
        </p:nvCxnSpPr>
        <p:spPr>
          <a:xfrm>
            <a:off x="5176187" y="2129534"/>
            <a:ext cx="522932" cy="0"/>
          </a:xfrm>
          <a:prstGeom prst="straightConnector1">
            <a:avLst/>
          </a:prstGeom>
          <a:noFill/>
          <a:ln w="38100" cap="rnd" cmpd="sng">
            <a:solidFill>
              <a:srgbClr val="F5B31B"/>
            </a:solidFill>
            <a:prstDash val="dot"/>
            <a:bevel/>
            <a:headEnd type="none" w="sm" len="sm"/>
            <a:tailEnd type="stealth" w="med" len="med"/>
          </a:ln>
        </p:spPr>
      </p:cxnSp>
      <p:cxnSp>
        <p:nvCxnSpPr>
          <p:cNvPr id="1377" name="Google Shape;1377;p62"/>
          <p:cNvCxnSpPr/>
          <p:nvPr/>
        </p:nvCxnSpPr>
        <p:spPr>
          <a:xfrm>
            <a:off x="6512505" y="2129534"/>
            <a:ext cx="493696" cy="0"/>
          </a:xfrm>
          <a:prstGeom prst="straightConnector1">
            <a:avLst/>
          </a:prstGeom>
          <a:noFill/>
          <a:ln w="38100" cap="rnd" cmpd="sng">
            <a:solidFill>
              <a:srgbClr val="F5B31B"/>
            </a:solidFill>
            <a:prstDash val="dot"/>
            <a:bevel/>
            <a:headEnd type="none" w="sm" len="sm"/>
            <a:tailEnd type="stealth" w="med" len="med"/>
          </a:ln>
        </p:spPr>
      </p:cxnSp>
      <p:sp>
        <p:nvSpPr>
          <p:cNvPr id="1378" name="Google Shape;1378;p62"/>
          <p:cNvSpPr/>
          <p:nvPr/>
        </p:nvSpPr>
        <p:spPr>
          <a:xfrm>
            <a:off x="4414187" y="1757377"/>
            <a:ext cx="762000" cy="7620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 w="3810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22347" dist="127000" dir="5400000" algn="t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62"/>
          <p:cNvSpPr/>
          <p:nvPr/>
        </p:nvSpPr>
        <p:spPr>
          <a:xfrm>
            <a:off x="7019492" y="1757377"/>
            <a:ext cx="762000" cy="762000"/>
          </a:xfrm>
          <a:prstGeom prst="ellipse">
            <a:avLst/>
          </a:prstGeom>
          <a:blipFill rotWithShape="1">
            <a:blip r:embed="rId15">
              <a:alphaModFix/>
            </a:blip>
            <a:stretch>
              <a:fillRect/>
            </a:stretch>
          </a:blipFill>
          <a:ln w="3810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22347" dist="127000" dir="5400000" algn="t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62"/>
          <p:cNvSpPr/>
          <p:nvPr/>
        </p:nvSpPr>
        <p:spPr>
          <a:xfrm>
            <a:off x="5716839" y="1757377"/>
            <a:ext cx="762000" cy="762000"/>
          </a:xfrm>
          <a:prstGeom prst="ellipse">
            <a:avLst/>
          </a:prstGeom>
          <a:blipFill rotWithShape="1">
            <a:blip r:embed="rId11">
              <a:alphaModFix/>
            </a:blip>
            <a:stretch>
              <a:fillRect/>
            </a:stretch>
          </a:blipFill>
          <a:ln w="38100" cap="flat" cmpd="sng">
            <a:solidFill>
              <a:srgbClr val="FFFFFF"/>
            </a:solidFill>
            <a:prstDash val="solid"/>
            <a:miter lim="400000"/>
            <a:headEnd type="none" w="sm" len="sm"/>
            <a:tailEnd type="none" w="sm" len="sm"/>
          </a:ln>
          <a:effectLst>
            <a:outerShdw blurRad="322347" dist="127000" dir="5400000" algn="t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7"/>
              <a:buFont typeface="Arial"/>
              <a:buNone/>
            </a:pPr>
            <a:endParaRPr sz="1167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62"/>
          <p:cNvSpPr txBox="1">
            <a:spLocks noGrp="1"/>
          </p:cNvSpPr>
          <p:nvPr>
            <p:ph type="title"/>
          </p:nvPr>
        </p:nvSpPr>
        <p:spPr>
          <a:xfrm>
            <a:off x="495300" y="457200"/>
            <a:ext cx="11201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Inter"/>
              <a:buNone/>
            </a:pPr>
            <a:r>
              <a:rPr lang="en-US" sz="280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Personas</a:t>
            </a:r>
            <a:endParaRPr/>
          </a:p>
        </p:txBody>
      </p:sp>
      <p:sp>
        <p:nvSpPr>
          <p:cNvPr id="1382" name="Google Shape;1382;p62"/>
          <p:cNvSpPr txBox="1">
            <a:spLocks noGrp="1"/>
          </p:cNvSpPr>
          <p:nvPr>
            <p:ph type="body" idx="1"/>
          </p:nvPr>
        </p:nvSpPr>
        <p:spPr>
          <a:xfrm>
            <a:off x="495300" y="914400"/>
            <a:ext cx="11201400" cy="47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 b="0" i="0" u="none" strike="noStrike" cap="none">
                <a:solidFill>
                  <a:srgbClr val="0061D5"/>
                </a:solidFill>
                <a:latin typeface="Inter"/>
                <a:ea typeface="Inter"/>
                <a:cs typeface="Inter"/>
                <a:sym typeface="Inter"/>
              </a:rPr>
              <a:t>These images have been approved for use. Be mindful of diversity when using multiple personas.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7" name="Google Shape;1387;p63"/>
          <p:cNvGrpSpPr/>
          <p:nvPr/>
        </p:nvGrpSpPr>
        <p:grpSpPr>
          <a:xfrm>
            <a:off x="7471030" y="1711077"/>
            <a:ext cx="1119574" cy="1119574"/>
            <a:chOff x="3842719" y="1344667"/>
            <a:chExt cx="2046233" cy="2046233"/>
          </a:xfrm>
        </p:grpSpPr>
        <p:sp>
          <p:nvSpPr>
            <p:cNvPr id="1388" name="Google Shape;1388;p63"/>
            <p:cNvSpPr/>
            <p:nvPr/>
          </p:nvSpPr>
          <p:spPr>
            <a:xfrm>
              <a:off x="3842719" y="1344667"/>
              <a:ext cx="2046233" cy="2046233"/>
            </a:xfrm>
            <a:prstGeom prst="ellipse">
              <a:avLst/>
            </a:prstGeom>
            <a:solidFill>
              <a:srgbClr val="2486FC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pic>
          <p:nvPicPr>
            <p:cNvPr id="1389" name="Google Shape;1389;p63" descr="BoxApps - Fill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29789" y="1731737"/>
              <a:ext cx="1272095" cy="127209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90" name="Google Shape;1390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52767" y="3158435"/>
            <a:ext cx="4356100" cy="96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63"/>
          <p:cNvSpPr/>
          <p:nvPr/>
        </p:nvSpPr>
        <p:spPr>
          <a:xfrm>
            <a:off x="1343163" y="2693063"/>
            <a:ext cx="2778263" cy="465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D41876"/>
                </a:solidFill>
                <a:latin typeface="Inter"/>
                <a:ea typeface="Inter"/>
                <a:cs typeface="Inter"/>
                <a:sym typeface="Inter"/>
              </a:rPr>
              <a:t>Introducing</a:t>
            </a:r>
            <a:endParaRPr sz="1800">
              <a:solidFill>
                <a:srgbClr val="D4187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ox Theme">
  <a:themeElements>
    <a:clrScheme name="Box template">
      <a:dk1>
        <a:srgbClr val="0061D5"/>
      </a:dk1>
      <a:lt1>
        <a:srgbClr val="FFFFFF"/>
      </a:lt1>
      <a:dk2>
        <a:srgbClr val="000000"/>
      </a:dk2>
      <a:lt2>
        <a:srgbClr val="757575"/>
      </a:lt2>
      <a:accent1>
        <a:srgbClr val="25C180"/>
      </a:accent1>
      <a:accent2>
        <a:srgbClr val="EC3657"/>
      </a:accent2>
      <a:accent3>
        <a:srgbClr val="003B83"/>
      </a:accent3>
      <a:accent4>
        <a:srgbClr val="2486FB"/>
      </a:accent4>
      <a:accent5>
        <a:srgbClr val="F4B21A"/>
      </a:accent5>
      <a:accent6>
        <a:srgbClr val="9F3EEC"/>
      </a:accent6>
      <a:hlink>
        <a:srgbClr val="0061D5"/>
      </a:hlink>
      <a:folHlink>
        <a:srgbClr val="75757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obVTI">
  <a:themeElements>
    <a:clrScheme name="Box template">
      <a:dk1>
        <a:srgbClr val="0061D5"/>
      </a:dk1>
      <a:lt1>
        <a:srgbClr val="FFFFFF"/>
      </a:lt1>
      <a:dk2>
        <a:srgbClr val="000000"/>
      </a:dk2>
      <a:lt2>
        <a:srgbClr val="757575"/>
      </a:lt2>
      <a:accent1>
        <a:srgbClr val="25C180"/>
      </a:accent1>
      <a:accent2>
        <a:srgbClr val="EC3657"/>
      </a:accent2>
      <a:accent3>
        <a:srgbClr val="003B83"/>
      </a:accent3>
      <a:accent4>
        <a:srgbClr val="2486FB"/>
      </a:accent4>
      <a:accent5>
        <a:srgbClr val="F4B21A"/>
      </a:accent5>
      <a:accent6>
        <a:srgbClr val="9F3EEC"/>
      </a:accent6>
      <a:hlink>
        <a:srgbClr val="0061D5"/>
      </a:hlink>
      <a:folHlink>
        <a:srgbClr val="75757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63</Slides>
  <Notes>63</Notes>
  <HiddenSlides>1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65" baseType="lpstr">
      <vt:lpstr>Box Theme</vt:lpstr>
      <vt:lpstr>1_BlobVTI</vt:lpstr>
      <vt:lpstr>New typeface check</vt:lpstr>
      <vt:lpstr>Notes from the Design team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 column</vt:lpstr>
      <vt:lpstr>2 column</vt:lpstr>
      <vt:lpstr>1/3:2/3 column</vt:lpstr>
      <vt:lpstr>Framework</vt:lpstr>
      <vt:lpstr>Framework</vt:lpstr>
      <vt:lpstr>Framework with images</vt:lpstr>
      <vt:lpstr>Framework</vt:lpstr>
      <vt:lpstr>Framework</vt:lpstr>
      <vt:lpstr>1 column with quote</vt:lpstr>
      <vt:lpstr>1 column with quote</vt:lpstr>
      <vt:lpstr>Use cases</vt:lpstr>
      <vt:lpstr>PowerPoint Presentation</vt:lpstr>
      <vt:lpstr>Big number</vt:lpstr>
      <vt:lpstr>Big number</vt:lpstr>
      <vt:lpstr>Bar graph</vt:lpstr>
      <vt:lpstr>Line graph</vt:lpstr>
      <vt:lpstr>Pie chart</vt:lpstr>
      <vt:lpstr>Pie chart</vt:lpstr>
      <vt:lpstr>Flow chart</vt:lpstr>
      <vt:lpstr>Timeline</vt:lpstr>
      <vt:lpstr>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CTA/Summary/Take away</vt:lpstr>
      <vt:lpstr>Thank you  Speaker Name Email @speaker URL +1 415 344 2645 </vt:lpstr>
      <vt:lpstr>Q&amp;A</vt:lpstr>
      <vt:lpstr>PowerPoint Presentation</vt:lpstr>
      <vt:lpstr>Box logo </vt:lpstr>
      <vt:lpstr>Color palette </vt:lpstr>
      <vt:lpstr>Color palette </vt:lpstr>
      <vt:lpstr>File icons</vt:lpstr>
      <vt:lpstr>Number icons </vt:lpstr>
      <vt:lpstr>Icons</vt:lpstr>
      <vt:lpstr>Icons</vt:lpstr>
      <vt:lpstr>Icons</vt:lpstr>
      <vt:lpstr>Icons</vt:lpstr>
      <vt:lpstr>Icons</vt:lpstr>
      <vt:lpstr>Icons</vt:lpstr>
      <vt:lpstr>Speaker and partner headshots</vt:lpstr>
      <vt:lpstr>Personas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Moose Maravilla</dc:creator>
  <cp:revision>2</cp:revision>
  <dcterms:created xsi:type="dcterms:W3CDTF">2024-12-13T22:25:07Z</dcterms:created>
  <dcterms:modified xsi:type="dcterms:W3CDTF">2025-01-29T21:14:16Z</dcterms:modified>
</cp:coreProperties>
</file>