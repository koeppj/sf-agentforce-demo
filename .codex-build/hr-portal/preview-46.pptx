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strictFirstAndLastChars="0" embedTrueTypeFonts="1" saveSubsetFonts="1" autoCompressPictures="0">
  <ns0:sldMasterIdLst>
    <ns0:sldMasterId id="2147483648" ns1:id="rId1"/>
    <ns0:sldMasterId id="2147483654" ns1:id="rId2"/>
  </ns0:sldMasterIdLst>
  <ns0:notesMasterIdLst>
    <ns0:notesMasterId ns1:id="rId66"/>
  </ns0:notesMasterIdLst>
  <ns0:sldIdLst>
    <ns0:sldId id="301" ns1:id="rId48"/>
    <ns0:sldId id="256" ns1:id="rId3"/>
    <ns0:sldId id="257" ns1:id="rId4"/>
    <ns0:sldId id="258" ns1:id="rId5"/>
    <ns0:sldId id="259" ns1:id="rId6"/>
    <ns0:sldId id="260" ns1:id="rId7"/>
    <ns0:sldId id="261" ns1:id="rId8"/>
    <ns0:sldId id="262" ns1:id="rId9"/>
    <ns0:sldId id="263" ns1:id="rId10"/>
    <ns0:sldId id="264" ns1:id="rId11"/>
    <ns0:sldId id="265" ns1:id="rId12"/>
    <ns0:sldId id="266" ns1:id="rId13"/>
    <ns0:sldId id="267" ns1:id="rId14"/>
    <ns0:sldId id="268" ns1:id="rId15"/>
    <ns0:sldId id="269" ns1:id="rId16"/>
    <ns0:sldId id="270" ns1:id="rId17"/>
    <ns0:sldId id="271" ns1:id="rId18"/>
    <ns0:sldId id="272" ns1:id="rId19"/>
    <ns0:sldId id="273" ns1:id="rId20"/>
    <ns0:sldId id="274" ns1:id="rId21"/>
    <ns0:sldId id="275" ns1:id="rId22"/>
    <ns0:sldId id="276" ns1:id="rId23"/>
    <ns0:sldId id="277" ns1:id="rId24"/>
    <ns0:sldId id="278" ns1:id="rId25"/>
    <ns0:sldId id="279" ns1:id="rId26"/>
    <ns0:sldId id="280" ns1:id="rId27"/>
    <ns0:sldId id="281" ns1:id="rId28"/>
    <ns0:sldId id="282" ns1:id="rId29"/>
    <ns0:sldId id="283" ns1:id="rId30"/>
    <ns0:sldId id="284" ns1:id="rId31"/>
    <ns0:sldId id="285" ns1:id="rId32"/>
    <ns0:sldId id="286" ns1:id="rId33"/>
    <ns0:sldId id="287" ns1:id="rId34"/>
    <ns0:sldId id="288" ns1:id="rId35"/>
    <ns0:sldId id="289" ns1:id="rId36"/>
    <ns0:sldId id="290" ns1:id="rId37"/>
    <ns0:sldId id="291" ns1:id="rId38"/>
    <ns0:sldId id="292" ns1:id="rId39"/>
    <ns0:sldId id="293" ns1:id="rId40"/>
    <ns0:sldId id="294" ns1:id="rId41"/>
    <ns0:sldId id="295" ns1:id="rId42"/>
    <ns0:sldId id="296" ns1:id="rId43"/>
    <ns0:sldId id="297" ns1:id="rId44"/>
    <ns0:sldId id="298" ns1:id="rId45"/>
    <ns0:sldId id="299" ns1:id="rId46"/>
    <ns0:sldId id="300" ns1:id="rId47"/>
    <ns0:sldId id="302" ns1:id="rId49"/>
    <ns0:sldId id="303" ns1:id="rId50"/>
    <ns0:sldId id="304" ns1:id="rId51"/>
    <ns0:sldId id="305" ns1:id="rId52"/>
    <ns0:sldId id="306" ns1:id="rId53"/>
    <ns0:sldId id="307" ns1:id="rId54"/>
    <ns0:sldId id="308" ns1:id="rId55"/>
    <ns0:sldId id="309" ns1:id="rId56"/>
    <ns0:sldId id="310" ns1:id="rId57"/>
    <ns0:sldId id="311" ns1:id="rId58"/>
    <ns0:sldId id="312" ns1:id="rId59"/>
    <ns0:sldId id="313" ns1:id="rId60"/>
    <ns0:sldId id="314" ns1:id="rId61"/>
    <ns0:sldId id="315" ns1:id="rId62"/>
    <ns0:sldId id="316" ns1:id="rId63"/>
    <ns0:sldId id="317" ns1:id="rId64"/>
    <ns0:sldId id="318" ns1:id="rId65"/>
  </ns0:sldIdLst>
  <ns0:sldSz cx="12192000" cy="6858000"/>
  <ns0:notesSz cx="6858000" cy="9144000"/>
  <ns0:embeddedFontLst>
    <ns0:embeddedFont>
      <ns0:font typeface="Inter" panose="020B0604020202020204" charset="0"/>
      <ns0:regular ns1:id="rId67"/>
      <ns0:bold ns1:id="rId68"/>
      <ns0:italic ns1:id="rId69"/>
      <ns0:boldItalic ns1:id="rId70"/>
    </ns0:embeddedFont>
    <ns0:embeddedFont>
      <ns0:font typeface="Inter SemiBold" panose="020B0604020202020204" charset="0"/>
      <ns0:regular ns1:id="rId71"/>
      <ns0:bold ns1:id="rId72"/>
      <ns0:italic ns1:id="rId73"/>
      <ns0:boldItalic ns1:id="rId74"/>
    </ns0:embeddedFont>
    <ns0:embeddedFont>
      <ns0:font typeface="Lato" panose="020F0502020204030203" pitchFamily="34" charset="0"/>
      <ns0:regular ns1:id="rId75"/>
      <ns0:bold ns1:id="rId76"/>
      <ns0:italic ns1:id="rId77"/>
      <ns0:boldItalic ns1:id="rId78"/>
    </ns0:embeddedFont>
  </ns0:embeddedFontLst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2D200454-40CA-4A62-9FC3-DE9A4176ACB9}">
      <ns3:notesGuideLst>
        <ns3:guide id="1" orient="horz" pos="2880">
          <ns3:clr>
            <ns2:srgbClr val="A4A3A4"/>
          </ns3:clr>
        </ns3:guide>
        <ns3:guide id="2" pos="2160">
          <ns3:clr>
            <ns2:srgbClr val="A4A3A4"/>
          </ns3:clr>
        </ns3:guide>
      </ns3:notesGuideLst>
    </ns0:ext>
    <ns0:ext uri="GoogleSlidesCustomDataVersion2">
      <ns4:slidesCustomData ns1:id="rId79" roundtripDataSignature="AMtx7mjHLA5xF1xEMlsDcVY9LFiqmL+sxw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2EE9-5974-480C-BC98-DFEB55A7A6E2}" v="11" dt="2025-01-29T21:14:15.012"/>
  </p1510:revLst>
</p1510:revInfo>
</file>

<file path=ppt/tableStyles.xml><?xml version="1.0" encoding="utf-8"?>
<a:tblStyleLst xmlns:a="http://schemas.openxmlformats.org/drawingml/2006/main" def="{C784F4EC-CC08-4F2C-AF4B-861F6366EBD4}">
  <a:tblStyle styleId="{C784F4EC-CC08-4F2C-AF4B-861F6366E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EED9F6-C3E8-469C-8744-E4882CC8F638}" styleName="Table_1">
    <a:wholeTbl>
      <a:tcTxStyle b="off" i="off">
        <a:font>
          <a:latin typeface="Inter Display"/>
          <a:ea typeface="Inter Display"/>
          <a:cs typeface="Inter Displa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4EC"/>
          </a:solidFill>
        </a:fill>
      </a:tcStyle>
    </a:wholeTbl>
    <a:band1H>
      <a:tcTxStyle/>
      <a:tcStyle>
        <a:tcBdr/>
        <a:fill>
          <a:solidFill>
            <a:srgbClr val="CBE9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9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2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0.fntdata"/><Relationship Id="rId7" Type="http://schemas.openxmlformats.org/officeDocument/2006/relationships/slide" Target="slides/slide5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n Lauter" userId="EayCrLO+sJ+9mw0rHpbKC/CmP4K2AjfZWeUErDMdhGU=" providerId="None" clId="Web-{9CB22EE9-5974-480C-BC98-DFEB55A7A6E2}"/>
    <pc:docChg chg="modSld">
      <pc:chgData name="Dawn Lauter" userId="EayCrLO+sJ+9mw0rHpbKC/CmP4K2AjfZWeUErDMdhGU=" providerId="None" clId="Web-{9CB22EE9-5974-480C-BC98-DFEB55A7A6E2}" dt="2025-01-29T21:14:11.856" v="8"/>
      <pc:docMkLst>
        <pc:docMk/>
      </pc:docMkLst>
      <pc:sldChg chg="modSp">
        <pc:chgData name="Dawn Lauter" userId="EayCrLO+sJ+9mw0rHpbKC/CmP4K2AjfZWeUErDMdhGU=" providerId="None" clId="Web-{9CB22EE9-5974-480C-BC98-DFEB55A7A6E2}" dt="2025-01-29T21:14:11.856" v="8"/>
        <pc:sldMkLst>
          <pc:docMk/>
          <pc:sldMk cId="0" sldId="314"/>
        </pc:sldMkLst>
        <pc:graphicFrameChg chg="mod modGraphic">
          <ac:chgData name="Dawn Lauter" userId="EayCrLO+sJ+9mw0rHpbKC/CmP4K2AjfZWeUErDMdhGU=" providerId="None" clId="Web-{9CB22EE9-5974-480C-BC98-DFEB55A7A6E2}" dt="2025-01-29T21:14:11.856" v="8"/>
          <ac:graphicFrameMkLst>
            <pc:docMk/>
            <pc:sldMk cId="0" sldId="314"/>
            <ac:graphicFrameMk id="116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360-E44C-BAB8-7F21970691A9}"/>
              </c:ext>
            </c:extLst>
          </c:dPt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1</c:v>
                </c:pt>
                <c:pt idx="2">
                  <c:v>3.5</c:v>
                </c:pt>
                <c:pt idx="3">
                  <c:v>4.5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60-E44C-BAB8-7F2197069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6C281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60-E44C-BAB8-7F2197069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D3757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60-E44C-BAB8-7F2197069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</c:v>
                </c:pt>
                <c:pt idx="1">
                  <c:v>3</c:v>
                </c:pt>
                <c:pt idx="2">
                  <c:v>4.2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0-E44C-BAB8-7F21970691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9F3FED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6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60-E44C-BAB8-7F2197069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02279264"/>
        <c:axId val="1802282624"/>
      </c:bar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838E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AD-CE40-80B1-464B89939D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ED3757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AD-CE40-80B1-464B89939D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26C28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AD-CE40-80B1-464B89939D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3.4</c:v>
                </c:pt>
                <c:pt idx="1">
                  <c:v>3</c:v>
                </c:pt>
                <c:pt idx="2">
                  <c:v>4.2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AD-CE40-80B1-464B89939D6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9F3FED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1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AD-CE40-80B1-464B89939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2279264"/>
        <c:axId val="1802282624"/>
      </c:line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D3-6C4E-9E4B-092D81A7E563}"/>
              </c:ext>
            </c:extLst>
          </c:dPt>
          <c:dPt>
            <c:idx val="1"/>
            <c:bubble3D val="0"/>
            <c:spPr>
              <a:solidFill>
                <a:srgbClr val="26C28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3-6C4E-9E4B-092D81A7E563}"/>
              </c:ext>
            </c:extLst>
          </c:dPt>
          <c:dPt>
            <c:idx val="2"/>
            <c:bubble3D val="0"/>
            <c:spPr>
              <a:solidFill>
                <a:srgbClr val="ED375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D3-6C4E-9E4B-092D81A7E563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D3-6C4E-9E4B-092D81A7E563}"/>
              </c:ext>
            </c:extLst>
          </c:dPt>
          <c:dPt>
            <c:idx val="4"/>
            <c:bubble3D val="0"/>
            <c:spPr>
              <a:solidFill>
                <a:srgbClr val="9F3FE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D3-6C4E-9E4B-092D81A7E563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ED3-6C4E-9E4B-092D81A7E563}"/>
              </c:ext>
            </c:extLst>
          </c:dPt>
          <c:cat>
            <c:strRef>
              <c:f>Sheet1!$A$2:$A$7</c:f>
              <c:strCache>
                <c:ptCount val="6"/>
                <c:pt idx="0">
                  <c:v>US</c:v>
                </c:pt>
                <c:pt idx="1">
                  <c:v>UK</c:v>
                </c:pt>
                <c:pt idx="2">
                  <c:v>FR</c:v>
                </c:pt>
                <c:pt idx="3">
                  <c:v>DE</c:v>
                </c:pt>
                <c:pt idx="4">
                  <c:v>JN</c:v>
                </c:pt>
                <c:pt idx="5">
                  <c:v>AZ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D3-6C4E-9E4B-092D81A7E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F8-244A-83FE-1643A946A47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F8-244A-83FE-1643A946A47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F8-244A-83FE-1643A946A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A2-904E-ABE4-9E1F8EF053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A2-904E-ABE4-9E1F8EF053E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A2-904E-ABE4-9E1F8EF05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8" name="Google Shape;3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" name="Google Shape;3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3" name="Google Shape;3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9" name="Google Shape;3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3" name="Google Shape;3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27" name="Google Shape;4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40" name="Google Shape;4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56" name="Google Shape;4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87" name="Google Shape;4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18" name="Google Shape;5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23" name="Google Shape;5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2" name="Google Shape;5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3" name="Google Shape;5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9" name="Google Shape;5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3" name="Google Shape;5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6" name="Google Shape;5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0" name="Google Shape;61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6" name="Google Shape;6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2" name="Google Shape;63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1" name="Google Shape;64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6" name="Google Shape;64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9" name="Google Shape;6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/>
          <p:nvPr/>
        </p:nvSpPr>
        <p:spPr>
          <a:xfrm>
            <a:off x="477369" y="0"/>
            <a:ext cx="11237976" cy="6324126"/>
          </a:xfrm>
          <a:prstGeom prst="round2SameRect">
            <a:avLst>
              <a:gd name="adj1" fmla="val 0"/>
              <a:gd name="adj2" fmla="val 3230"/>
            </a:avLst>
          </a:prstGeom>
          <a:solidFill>
            <a:schemeClr val="lt1"/>
          </a:solidFill>
          <a:ln>
            <a:noFill/>
          </a:ln>
          <a:effectLst>
            <a:outerShdw blurRad="762000" dist="381000" dir="5400000" rotWithShape="0">
              <a:srgbClr val="003A83">
                <a:alpha val="1490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 b="1" i="0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0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4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495300" y="2690336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28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12">
          <p15:clr>
            <a:srgbClr val="A4A3A4"/>
          </p15:clr>
        </p15:guide>
        <p15:guide id="3" pos="7368">
          <p15:clr>
            <a:srgbClr val="A4A3A4"/>
          </p15:clr>
        </p15:guide>
        <p15:guide id="4" pos="3840">
          <p15:clr>
            <a:srgbClr val="A4A3A4"/>
          </p15:clr>
        </p15:guide>
        <p15:guide id="5" pos="528">
          <p15:clr>
            <a:srgbClr val="A4A3A4"/>
          </p15:clr>
        </p15:guide>
        <p15:guide id="6" pos="2112">
          <p15:clr>
            <a:srgbClr val="A4A3A4"/>
          </p15:clr>
        </p15:guide>
        <p15:guide id="7" pos="5568">
          <p15:clr>
            <a:srgbClr val="A4A3A4"/>
          </p15:clr>
        </p15:guide>
        <p15:guide id="8" pos="7152">
          <p15:clr>
            <a:srgbClr val="A4A3A4"/>
          </p15:clr>
        </p15:guide>
        <p15:guide id="9" orient="horz" pos="288">
          <p15:clr>
            <a:srgbClr val="A4A3A4"/>
          </p15:clr>
        </p15:guide>
        <p15:guide id="10" orient="horz" pos="576">
          <p15:clr>
            <a:srgbClr val="A4A3A4"/>
          </p15:clr>
        </p15:guide>
        <p15:guide id="11" orient="horz" pos="1896">
          <p15:clr>
            <a:srgbClr val="A4A3A4"/>
          </p15:clr>
        </p15:guide>
        <p15:guide id="12" orient="horz" pos="936">
          <p15:clr>
            <a:srgbClr val="A4A3A4"/>
          </p15:clr>
        </p15:guide>
        <p15:guide id="13" orient="horz" pos="3912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266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2">
          <p15:clr>
            <a:srgbClr val="A4A3A4"/>
          </p15:clr>
        </p15:guide>
        <p15:guide id="4" orient="horz" pos="288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orient="horz" pos="1896">
          <p15:clr>
            <a:srgbClr val="A4A3A4"/>
          </p15:clr>
        </p15:guide>
        <p15:guide id="7" orient="horz" pos="3912">
          <p15:clr>
            <a:srgbClr val="A4A3A4"/>
          </p15:clr>
        </p15:guide>
        <p15:guide id="8" pos="528">
          <p15:clr>
            <a:srgbClr val="A4A3A4"/>
          </p15:clr>
        </p15:guide>
        <p15:guide id="9" pos="312">
          <p15:clr>
            <a:srgbClr val="A4A3A4"/>
          </p15:clr>
        </p15:guide>
        <p15:guide id="10" pos="5640">
          <p15:clr>
            <a:srgbClr val="A4A3A4"/>
          </p15:clr>
        </p15:guide>
        <p15:guide id="11" pos="7152">
          <p15:clr>
            <a:srgbClr val="A4A3A4"/>
          </p15:clr>
        </p15:guide>
        <p15:guide id="12" pos="7368">
          <p15:clr>
            <a:srgbClr val="A4A3A4"/>
          </p15:clr>
        </p15:guide>
        <p15:guide id="13" orient="horz" pos="2688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93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box.com/s/gf6yhfgzca14hdz5hb797fvkooltnoz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box.com/s/izw3sfyh4o01a6jl13hzjfyqnp1fj65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loud.box.com/s/gf6yhfgzca14hdz5hb797fvkooltnoz1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9" Type="http://schemas.openxmlformats.org/officeDocument/2006/relationships/image" Target="../media/image131.png"/><Relationship Id="rId21" Type="http://schemas.openxmlformats.org/officeDocument/2006/relationships/image" Target="../media/image113.png"/><Relationship Id="rId34" Type="http://schemas.openxmlformats.org/officeDocument/2006/relationships/image" Target="../media/image126.png"/><Relationship Id="rId42" Type="http://schemas.openxmlformats.org/officeDocument/2006/relationships/image" Target="../media/image134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8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37" Type="http://schemas.openxmlformats.org/officeDocument/2006/relationships/image" Target="../media/image129.png"/><Relationship Id="rId40" Type="http://schemas.openxmlformats.org/officeDocument/2006/relationships/image" Target="../media/image132.png"/><Relationship Id="rId45" Type="http://schemas.openxmlformats.org/officeDocument/2006/relationships/image" Target="../media/image137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23.png"/><Relationship Id="rId44" Type="http://schemas.openxmlformats.org/officeDocument/2006/relationships/image" Target="../media/image136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Relationship Id="rId35" Type="http://schemas.openxmlformats.org/officeDocument/2006/relationships/image" Target="../media/image127.png"/><Relationship Id="rId43" Type="http://schemas.openxmlformats.org/officeDocument/2006/relationships/image" Target="../media/image135.png"/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image" Target="../media/image130.png"/><Relationship Id="rId20" Type="http://schemas.openxmlformats.org/officeDocument/2006/relationships/image" Target="../media/image112.png"/><Relationship Id="rId41" Type="http://schemas.openxmlformats.org/officeDocument/2006/relationships/image" Target="../media/image133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4.png"/><Relationship Id="rId21" Type="http://schemas.openxmlformats.org/officeDocument/2006/relationships/image" Target="../media/image156.png"/><Relationship Id="rId34" Type="http://schemas.openxmlformats.org/officeDocument/2006/relationships/image" Target="../media/image169.png"/><Relationship Id="rId42" Type="http://schemas.openxmlformats.org/officeDocument/2006/relationships/image" Target="../media/image177.png"/><Relationship Id="rId47" Type="http://schemas.openxmlformats.org/officeDocument/2006/relationships/image" Target="../media/image182.png"/><Relationship Id="rId50" Type="http://schemas.openxmlformats.org/officeDocument/2006/relationships/image" Target="../media/image185.png"/><Relationship Id="rId55" Type="http://schemas.openxmlformats.org/officeDocument/2006/relationships/image" Target="../media/image190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51.png"/><Relationship Id="rId29" Type="http://schemas.openxmlformats.org/officeDocument/2006/relationships/image" Target="../media/image164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32" Type="http://schemas.openxmlformats.org/officeDocument/2006/relationships/image" Target="../media/image167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45" Type="http://schemas.openxmlformats.org/officeDocument/2006/relationships/image" Target="../media/image180.png"/><Relationship Id="rId53" Type="http://schemas.openxmlformats.org/officeDocument/2006/relationships/image" Target="../media/image188.png"/><Relationship Id="rId58" Type="http://schemas.openxmlformats.org/officeDocument/2006/relationships/image" Target="../media/image193.png"/><Relationship Id="rId5" Type="http://schemas.openxmlformats.org/officeDocument/2006/relationships/image" Target="../media/image140.png"/><Relationship Id="rId61" Type="http://schemas.openxmlformats.org/officeDocument/2006/relationships/image" Target="../media/image196.png"/><Relationship Id="rId19" Type="http://schemas.openxmlformats.org/officeDocument/2006/relationships/image" Target="../media/image15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Relationship Id="rId35" Type="http://schemas.openxmlformats.org/officeDocument/2006/relationships/image" Target="../media/image170.png"/><Relationship Id="rId43" Type="http://schemas.openxmlformats.org/officeDocument/2006/relationships/image" Target="../media/image178.png"/><Relationship Id="rId48" Type="http://schemas.openxmlformats.org/officeDocument/2006/relationships/image" Target="../media/image183.png"/><Relationship Id="rId56" Type="http://schemas.openxmlformats.org/officeDocument/2006/relationships/image" Target="../media/image191.png"/><Relationship Id="rId8" Type="http://schemas.openxmlformats.org/officeDocument/2006/relationships/image" Target="../media/image143.png"/><Relationship Id="rId51" Type="http://schemas.openxmlformats.org/officeDocument/2006/relationships/image" Target="../media/image186.png"/><Relationship Id="rId3" Type="http://schemas.openxmlformats.org/officeDocument/2006/relationships/image" Target="../media/image138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image" Target="../media/image173.png"/><Relationship Id="rId46" Type="http://schemas.openxmlformats.org/officeDocument/2006/relationships/image" Target="../media/image181.png"/><Relationship Id="rId59" Type="http://schemas.openxmlformats.org/officeDocument/2006/relationships/image" Target="../media/image194.png"/><Relationship Id="rId20" Type="http://schemas.openxmlformats.org/officeDocument/2006/relationships/image" Target="../media/image155.png"/><Relationship Id="rId41" Type="http://schemas.openxmlformats.org/officeDocument/2006/relationships/image" Target="../media/image176.png"/><Relationship Id="rId54" Type="http://schemas.openxmlformats.org/officeDocument/2006/relationships/image" Target="../media/image189.png"/><Relationship Id="rId6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1.png"/><Relationship Id="rId49" Type="http://schemas.openxmlformats.org/officeDocument/2006/relationships/image" Target="../media/image184.png"/><Relationship Id="rId57" Type="http://schemas.openxmlformats.org/officeDocument/2006/relationships/image" Target="../media/image192.png"/><Relationship Id="rId10" Type="http://schemas.openxmlformats.org/officeDocument/2006/relationships/image" Target="../media/image145.png"/><Relationship Id="rId31" Type="http://schemas.openxmlformats.org/officeDocument/2006/relationships/image" Target="../media/image166.png"/><Relationship Id="rId44" Type="http://schemas.openxmlformats.org/officeDocument/2006/relationships/image" Target="../media/image179.png"/><Relationship Id="rId52" Type="http://schemas.openxmlformats.org/officeDocument/2006/relationships/image" Target="../media/image187.png"/><Relationship Id="rId60" Type="http://schemas.openxmlformats.org/officeDocument/2006/relationships/image" Target="../media/image19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.png"/><Relationship Id="rId21" Type="http://schemas.openxmlformats.org/officeDocument/2006/relationships/image" Target="../media/image216.png"/><Relationship Id="rId42" Type="http://schemas.openxmlformats.org/officeDocument/2006/relationships/image" Target="../media/image237.png"/><Relationship Id="rId47" Type="http://schemas.openxmlformats.org/officeDocument/2006/relationships/image" Target="../media/image242.png"/><Relationship Id="rId63" Type="http://schemas.openxmlformats.org/officeDocument/2006/relationships/image" Target="../media/image258.png"/><Relationship Id="rId68" Type="http://schemas.openxmlformats.org/officeDocument/2006/relationships/image" Target="../media/image263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211.png"/><Relationship Id="rId29" Type="http://schemas.openxmlformats.org/officeDocument/2006/relationships/image" Target="../media/image224.png"/><Relationship Id="rId11" Type="http://schemas.openxmlformats.org/officeDocument/2006/relationships/image" Target="../media/image206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37" Type="http://schemas.openxmlformats.org/officeDocument/2006/relationships/image" Target="../media/image232.png"/><Relationship Id="rId40" Type="http://schemas.openxmlformats.org/officeDocument/2006/relationships/image" Target="../media/image235.png"/><Relationship Id="rId45" Type="http://schemas.openxmlformats.org/officeDocument/2006/relationships/image" Target="../media/image240.png"/><Relationship Id="rId53" Type="http://schemas.openxmlformats.org/officeDocument/2006/relationships/image" Target="../media/image248.png"/><Relationship Id="rId58" Type="http://schemas.openxmlformats.org/officeDocument/2006/relationships/image" Target="../media/image253.png"/><Relationship Id="rId66" Type="http://schemas.openxmlformats.org/officeDocument/2006/relationships/image" Target="../media/image261.png"/><Relationship Id="rId74" Type="http://schemas.openxmlformats.org/officeDocument/2006/relationships/image" Target="../media/image269.png"/><Relationship Id="rId5" Type="http://schemas.openxmlformats.org/officeDocument/2006/relationships/image" Target="../media/image200.png"/><Relationship Id="rId61" Type="http://schemas.openxmlformats.org/officeDocument/2006/relationships/image" Target="../media/image256.png"/><Relationship Id="rId19" Type="http://schemas.openxmlformats.org/officeDocument/2006/relationships/image" Target="../media/image214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35" Type="http://schemas.openxmlformats.org/officeDocument/2006/relationships/image" Target="../media/image230.png"/><Relationship Id="rId43" Type="http://schemas.openxmlformats.org/officeDocument/2006/relationships/image" Target="../media/image238.png"/><Relationship Id="rId48" Type="http://schemas.openxmlformats.org/officeDocument/2006/relationships/image" Target="../media/image243.png"/><Relationship Id="rId56" Type="http://schemas.openxmlformats.org/officeDocument/2006/relationships/image" Target="../media/image251.png"/><Relationship Id="rId64" Type="http://schemas.openxmlformats.org/officeDocument/2006/relationships/image" Target="../media/image259.png"/><Relationship Id="rId69" Type="http://schemas.openxmlformats.org/officeDocument/2006/relationships/image" Target="../media/image264.png"/><Relationship Id="rId8" Type="http://schemas.openxmlformats.org/officeDocument/2006/relationships/image" Target="../media/image203.png"/><Relationship Id="rId51" Type="http://schemas.openxmlformats.org/officeDocument/2006/relationships/image" Target="../media/image246.png"/><Relationship Id="rId72" Type="http://schemas.openxmlformats.org/officeDocument/2006/relationships/image" Target="../media/image267.png"/><Relationship Id="rId3" Type="http://schemas.openxmlformats.org/officeDocument/2006/relationships/image" Target="../media/image198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image" Target="../media/image233.png"/><Relationship Id="rId46" Type="http://schemas.openxmlformats.org/officeDocument/2006/relationships/image" Target="../media/image241.png"/><Relationship Id="rId59" Type="http://schemas.openxmlformats.org/officeDocument/2006/relationships/image" Target="../media/image254.png"/><Relationship Id="rId67" Type="http://schemas.openxmlformats.org/officeDocument/2006/relationships/image" Target="../media/image262.png"/><Relationship Id="rId20" Type="http://schemas.openxmlformats.org/officeDocument/2006/relationships/image" Target="../media/image215.png"/><Relationship Id="rId41" Type="http://schemas.openxmlformats.org/officeDocument/2006/relationships/image" Target="../media/image236.png"/><Relationship Id="rId54" Type="http://schemas.openxmlformats.org/officeDocument/2006/relationships/image" Target="../media/image249.png"/><Relationship Id="rId62" Type="http://schemas.openxmlformats.org/officeDocument/2006/relationships/image" Target="../media/image257.png"/><Relationship Id="rId70" Type="http://schemas.openxmlformats.org/officeDocument/2006/relationships/image" Target="../media/image265.png"/><Relationship Id="rId75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36" Type="http://schemas.openxmlformats.org/officeDocument/2006/relationships/image" Target="../media/image231.png"/><Relationship Id="rId49" Type="http://schemas.openxmlformats.org/officeDocument/2006/relationships/image" Target="../media/image244.png"/><Relationship Id="rId57" Type="http://schemas.openxmlformats.org/officeDocument/2006/relationships/image" Target="../media/image252.png"/><Relationship Id="rId10" Type="http://schemas.openxmlformats.org/officeDocument/2006/relationships/image" Target="../media/image205.png"/><Relationship Id="rId31" Type="http://schemas.openxmlformats.org/officeDocument/2006/relationships/image" Target="../media/image226.png"/><Relationship Id="rId44" Type="http://schemas.openxmlformats.org/officeDocument/2006/relationships/image" Target="../media/image239.png"/><Relationship Id="rId52" Type="http://schemas.openxmlformats.org/officeDocument/2006/relationships/image" Target="../media/image247.png"/><Relationship Id="rId60" Type="http://schemas.openxmlformats.org/officeDocument/2006/relationships/image" Target="../media/image255.png"/><Relationship Id="rId65" Type="http://schemas.openxmlformats.org/officeDocument/2006/relationships/image" Target="../media/image260.png"/><Relationship Id="rId73" Type="http://schemas.openxmlformats.org/officeDocument/2006/relationships/image" Target="../media/image268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9" Type="http://schemas.openxmlformats.org/officeDocument/2006/relationships/image" Target="../media/image234.png"/><Relationship Id="rId34" Type="http://schemas.openxmlformats.org/officeDocument/2006/relationships/image" Target="../media/image229.png"/><Relationship Id="rId50" Type="http://schemas.openxmlformats.org/officeDocument/2006/relationships/image" Target="../media/image245.png"/><Relationship Id="rId55" Type="http://schemas.openxmlformats.org/officeDocument/2006/relationships/image" Target="../media/image250.png"/><Relationship Id="rId76" Type="http://schemas.openxmlformats.org/officeDocument/2006/relationships/image" Target="../media/image271.png"/><Relationship Id="rId7" Type="http://schemas.openxmlformats.org/officeDocument/2006/relationships/image" Target="../media/image202.png"/><Relationship Id="rId71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5.png"/><Relationship Id="rId21" Type="http://schemas.openxmlformats.org/officeDocument/2006/relationships/image" Target="../media/image290.png"/><Relationship Id="rId42" Type="http://schemas.openxmlformats.org/officeDocument/2006/relationships/image" Target="../media/image311.png"/><Relationship Id="rId47" Type="http://schemas.openxmlformats.org/officeDocument/2006/relationships/image" Target="../media/image316.png"/><Relationship Id="rId63" Type="http://schemas.openxmlformats.org/officeDocument/2006/relationships/image" Target="../media/image332.png"/><Relationship Id="rId68" Type="http://schemas.openxmlformats.org/officeDocument/2006/relationships/image" Target="../media/image337.png"/><Relationship Id="rId16" Type="http://schemas.openxmlformats.org/officeDocument/2006/relationships/image" Target="../media/image285.png"/><Relationship Id="rId11" Type="http://schemas.openxmlformats.org/officeDocument/2006/relationships/image" Target="../media/image280.png"/><Relationship Id="rId24" Type="http://schemas.openxmlformats.org/officeDocument/2006/relationships/image" Target="../media/image293.png"/><Relationship Id="rId32" Type="http://schemas.openxmlformats.org/officeDocument/2006/relationships/image" Target="../media/image301.png"/><Relationship Id="rId37" Type="http://schemas.openxmlformats.org/officeDocument/2006/relationships/image" Target="../media/image306.png"/><Relationship Id="rId40" Type="http://schemas.openxmlformats.org/officeDocument/2006/relationships/image" Target="../media/image309.png"/><Relationship Id="rId45" Type="http://schemas.openxmlformats.org/officeDocument/2006/relationships/image" Target="../media/image314.png"/><Relationship Id="rId53" Type="http://schemas.openxmlformats.org/officeDocument/2006/relationships/image" Target="../media/image322.png"/><Relationship Id="rId58" Type="http://schemas.openxmlformats.org/officeDocument/2006/relationships/image" Target="../media/image327.png"/><Relationship Id="rId66" Type="http://schemas.openxmlformats.org/officeDocument/2006/relationships/image" Target="../media/image335.png"/><Relationship Id="rId74" Type="http://schemas.openxmlformats.org/officeDocument/2006/relationships/image" Target="../media/image343.png"/><Relationship Id="rId5" Type="http://schemas.openxmlformats.org/officeDocument/2006/relationships/image" Target="../media/image274.png"/><Relationship Id="rId61" Type="http://schemas.openxmlformats.org/officeDocument/2006/relationships/image" Target="../media/image330.png"/><Relationship Id="rId19" Type="http://schemas.openxmlformats.org/officeDocument/2006/relationships/image" Target="../media/image288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Relationship Id="rId30" Type="http://schemas.openxmlformats.org/officeDocument/2006/relationships/image" Target="../media/image299.png"/><Relationship Id="rId35" Type="http://schemas.openxmlformats.org/officeDocument/2006/relationships/image" Target="../media/image304.png"/><Relationship Id="rId43" Type="http://schemas.openxmlformats.org/officeDocument/2006/relationships/image" Target="../media/image312.png"/><Relationship Id="rId48" Type="http://schemas.openxmlformats.org/officeDocument/2006/relationships/image" Target="../media/image317.png"/><Relationship Id="rId56" Type="http://schemas.openxmlformats.org/officeDocument/2006/relationships/image" Target="../media/image325.png"/><Relationship Id="rId64" Type="http://schemas.openxmlformats.org/officeDocument/2006/relationships/image" Target="../media/image333.png"/><Relationship Id="rId69" Type="http://schemas.openxmlformats.org/officeDocument/2006/relationships/image" Target="../media/image338.png"/><Relationship Id="rId77" Type="http://schemas.openxmlformats.org/officeDocument/2006/relationships/image" Target="../media/image346.png"/><Relationship Id="rId8" Type="http://schemas.openxmlformats.org/officeDocument/2006/relationships/image" Target="../media/image277.png"/><Relationship Id="rId51" Type="http://schemas.openxmlformats.org/officeDocument/2006/relationships/image" Target="../media/image320.png"/><Relationship Id="rId72" Type="http://schemas.openxmlformats.org/officeDocument/2006/relationships/image" Target="../media/image341.png"/><Relationship Id="rId3" Type="http://schemas.openxmlformats.org/officeDocument/2006/relationships/image" Target="../media/image272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33" Type="http://schemas.openxmlformats.org/officeDocument/2006/relationships/image" Target="../media/image302.png"/><Relationship Id="rId38" Type="http://schemas.openxmlformats.org/officeDocument/2006/relationships/image" Target="../media/image307.png"/><Relationship Id="rId46" Type="http://schemas.openxmlformats.org/officeDocument/2006/relationships/image" Target="../media/image315.png"/><Relationship Id="rId59" Type="http://schemas.openxmlformats.org/officeDocument/2006/relationships/image" Target="../media/image328.png"/><Relationship Id="rId67" Type="http://schemas.openxmlformats.org/officeDocument/2006/relationships/image" Target="../media/image336.png"/><Relationship Id="rId20" Type="http://schemas.openxmlformats.org/officeDocument/2006/relationships/image" Target="../media/image289.png"/><Relationship Id="rId41" Type="http://schemas.openxmlformats.org/officeDocument/2006/relationships/image" Target="../media/image310.png"/><Relationship Id="rId54" Type="http://schemas.openxmlformats.org/officeDocument/2006/relationships/image" Target="../media/image323.png"/><Relationship Id="rId62" Type="http://schemas.openxmlformats.org/officeDocument/2006/relationships/image" Target="../media/image331.png"/><Relationship Id="rId70" Type="http://schemas.openxmlformats.org/officeDocument/2006/relationships/image" Target="../media/image339.png"/><Relationship Id="rId75" Type="http://schemas.openxmlformats.org/officeDocument/2006/relationships/image" Target="../media/image3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28" Type="http://schemas.openxmlformats.org/officeDocument/2006/relationships/image" Target="../media/image297.png"/><Relationship Id="rId36" Type="http://schemas.openxmlformats.org/officeDocument/2006/relationships/image" Target="../media/image305.png"/><Relationship Id="rId49" Type="http://schemas.openxmlformats.org/officeDocument/2006/relationships/image" Target="../media/image318.png"/><Relationship Id="rId57" Type="http://schemas.openxmlformats.org/officeDocument/2006/relationships/image" Target="../media/image326.png"/><Relationship Id="rId10" Type="http://schemas.openxmlformats.org/officeDocument/2006/relationships/image" Target="../media/image279.png"/><Relationship Id="rId31" Type="http://schemas.openxmlformats.org/officeDocument/2006/relationships/image" Target="../media/image300.png"/><Relationship Id="rId44" Type="http://schemas.openxmlformats.org/officeDocument/2006/relationships/image" Target="../media/image313.png"/><Relationship Id="rId52" Type="http://schemas.openxmlformats.org/officeDocument/2006/relationships/image" Target="../media/image321.png"/><Relationship Id="rId60" Type="http://schemas.openxmlformats.org/officeDocument/2006/relationships/image" Target="../media/image329.png"/><Relationship Id="rId65" Type="http://schemas.openxmlformats.org/officeDocument/2006/relationships/image" Target="../media/image334.png"/><Relationship Id="rId73" Type="http://schemas.openxmlformats.org/officeDocument/2006/relationships/image" Target="../media/image342.png"/><Relationship Id="rId78" Type="http://schemas.openxmlformats.org/officeDocument/2006/relationships/image" Target="../media/image347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39" Type="http://schemas.openxmlformats.org/officeDocument/2006/relationships/image" Target="../media/image308.png"/><Relationship Id="rId34" Type="http://schemas.openxmlformats.org/officeDocument/2006/relationships/image" Target="../media/image303.png"/><Relationship Id="rId50" Type="http://schemas.openxmlformats.org/officeDocument/2006/relationships/image" Target="../media/image319.png"/><Relationship Id="rId55" Type="http://schemas.openxmlformats.org/officeDocument/2006/relationships/image" Target="../media/image324.png"/><Relationship Id="rId76" Type="http://schemas.openxmlformats.org/officeDocument/2006/relationships/image" Target="../media/image345.png"/><Relationship Id="rId7" Type="http://schemas.openxmlformats.org/officeDocument/2006/relationships/image" Target="../media/image276.png"/><Relationship Id="rId71" Type="http://schemas.openxmlformats.org/officeDocument/2006/relationships/image" Target="../media/image340.png"/><Relationship Id="rId2" Type="http://schemas.openxmlformats.org/officeDocument/2006/relationships/notesSlide" Target="../notesSlides/notesSlide57.xml"/><Relationship Id="rId29" Type="http://schemas.openxmlformats.org/officeDocument/2006/relationships/image" Target="../media/image298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.png"/><Relationship Id="rId18" Type="http://schemas.openxmlformats.org/officeDocument/2006/relationships/image" Target="../media/image363.png"/><Relationship Id="rId26" Type="http://schemas.openxmlformats.org/officeDocument/2006/relationships/image" Target="../media/image371.png"/><Relationship Id="rId39" Type="http://schemas.openxmlformats.org/officeDocument/2006/relationships/image" Target="../media/image384.png"/><Relationship Id="rId21" Type="http://schemas.openxmlformats.org/officeDocument/2006/relationships/image" Target="../media/image366.png"/><Relationship Id="rId34" Type="http://schemas.openxmlformats.org/officeDocument/2006/relationships/image" Target="../media/image379.png"/><Relationship Id="rId42" Type="http://schemas.openxmlformats.org/officeDocument/2006/relationships/image" Target="../media/image387.png"/><Relationship Id="rId47" Type="http://schemas.openxmlformats.org/officeDocument/2006/relationships/image" Target="../media/image392.png"/><Relationship Id="rId50" Type="http://schemas.openxmlformats.org/officeDocument/2006/relationships/image" Target="../media/image395.png"/><Relationship Id="rId55" Type="http://schemas.openxmlformats.org/officeDocument/2006/relationships/image" Target="../media/image400.png"/><Relationship Id="rId7" Type="http://schemas.openxmlformats.org/officeDocument/2006/relationships/image" Target="../media/image352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61.png"/><Relationship Id="rId29" Type="http://schemas.openxmlformats.org/officeDocument/2006/relationships/image" Target="../media/image374.png"/><Relationship Id="rId11" Type="http://schemas.openxmlformats.org/officeDocument/2006/relationships/image" Target="../media/image356.png"/><Relationship Id="rId24" Type="http://schemas.openxmlformats.org/officeDocument/2006/relationships/image" Target="../media/image369.png"/><Relationship Id="rId32" Type="http://schemas.openxmlformats.org/officeDocument/2006/relationships/image" Target="../media/image377.png"/><Relationship Id="rId37" Type="http://schemas.openxmlformats.org/officeDocument/2006/relationships/image" Target="../media/image382.png"/><Relationship Id="rId40" Type="http://schemas.openxmlformats.org/officeDocument/2006/relationships/image" Target="../media/image385.png"/><Relationship Id="rId45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image" Target="../media/image403.png"/><Relationship Id="rId5" Type="http://schemas.openxmlformats.org/officeDocument/2006/relationships/image" Target="../media/image350.png"/><Relationship Id="rId61" Type="http://schemas.openxmlformats.org/officeDocument/2006/relationships/image" Target="../media/image406.png"/><Relationship Id="rId19" Type="http://schemas.openxmlformats.org/officeDocument/2006/relationships/image" Target="../media/image364.png"/><Relationship Id="rId14" Type="http://schemas.openxmlformats.org/officeDocument/2006/relationships/image" Target="../media/image359.png"/><Relationship Id="rId22" Type="http://schemas.openxmlformats.org/officeDocument/2006/relationships/image" Target="../media/image367.png"/><Relationship Id="rId27" Type="http://schemas.openxmlformats.org/officeDocument/2006/relationships/image" Target="../media/image372.png"/><Relationship Id="rId30" Type="http://schemas.openxmlformats.org/officeDocument/2006/relationships/image" Target="../media/image375.png"/><Relationship Id="rId35" Type="http://schemas.openxmlformats.org/officeDocument/2006/relationships/image" Target="../media/image380.png"/><Relationship Id="rId43" Type="http://schemas.openxmlformats.org/officeDocument/2006/relationships/image" Target="../media/image388.png"/><Relationship Id="rId48" Type="http://schemas.openxmlformats.org/officeDocument/2006/relationships/image" Target="../media/image393.png"/><Relationship Id="rId56" Type="http://schemas.openxmlformats.org/officeDocument/2006/relationships/image" Target="../media/image401.png"/><Relationship Id="rId8" Type="http://schemas.openxmlformats.org/officeDocument/2006/relationships/image" Target="../media/image353.png"/><Relationship Id="rId51" Type="http://schemas.openxmlformats.org/officeDocument/2006/relationships/image" Target="../media/image396.png"/><Relationship Id="rId3" Type="http://schemas.openxmlformats.org/officeDocument/2006/relationships/image" Target="../media/image348.png"/><Relationship Id="rId12" Type="http://schemas.openxmlformats.org/officeDocument/2006/relationships/image" Target="../media/image357.png"/><Relationship Id="rId17" Type="http://schemas.openxmlformats.org/officeDocument/2006/relationships/image" Target="../media/image362.png"/><Relationship Id="rId25" Type="http://schemas.openxmlformats.org/officeDocument/2006/relationships/image" Target="../media/image370.png"/><Relationship Id="rId33" Type="http://schemas.openxmlformats.org/officeDocument/2006/relationships/image" Target="../media/image378.png"/><Relationship Id="rId38" Type="http://schemas.openxmlformats.org/officeDocument/2006/relationships/image" Target="../media/image383.png"/><Relationship Id="rId46" Type="http://schemas.openxmlformats.org/officeDocument/2006/relationships/image" Target="../media/image391.png"/><Relationship Id="rId59" Type="http://schemas.openxmlformats.org/officeDocument/2006/relationships/image" Target="../media/image404.png"/><Relationship Id="rId20" Type="http://schemas.openxmlformats.org/officeDocument/2006/relationships/image" Target="../media/image365.png"/><Relationship Id="rId41" Type="http://schemas.openxmlformats.org/officeDocument/2006/relationships/image" Target="../media/image386.png"/><Relationship Id="rId54" Type="http://schemas.openxmlformats.org/officeDocument/2006/relationships/image" Target="../media/image399.png"/><Relationship Id="rId62" Type="http://schemas.openxmlformats.org/officeDocument/2006/relationships/image" Target="../media/image40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1.png"/><Relationship Id="rId15" Type="http://schemas.openxmlformats.org/officeDocument/2006/relationships/image" Target="../media/image360.png"/><Relationship Id="rId23" Type="http://schemas.openxmlformats.org/officeDocument/2006/relationships/image" Target="../media/image368.png"/><Relationship Id="rId28" Type="http://schemas.openxmlformats.org/officeDocument/2006/relationships/image" Target="../media/image373.png"/><Relationship Id="rId36" Type="http://schemas.openxmlformats.org/officeDocument/2006/relationships/image" Target="../media/image381.png"/><Relationship Id="rId49" Type="http://schemas.openxmlformats.org/officeDocument/2006/relationships/image" Target="../media/image394.png"/><Relationship Id="rId57" Type="http://schemas.openxmlformats.org/officeDocument/2006/relationships/image" Target="../media/image402.png"/><Relationship Id="rId10" Type="http://schemas.openxmlformats.org/officeDocument/2006/relationships/image" Target="../media/image355.png"/><Relationship Id="rId31" Type="http://schemas.openxmlformats.org/officeDocument/2006/relationships/image" Target="../media/image376.png"/><Relationship Id="rId44" Type="http://schemas.openxmlformats.org/officeDocument/2006/relationships/image" Target="../media/image389.png"/><Relationship Id="rId52" Type="http://schemas.openxmlformats.org/officeDocument/2006/relationships/image" Target="../media/image397.png"/><Relationship Id="rId60" Type="http://schemas.openxmlformats.org/officeDocument/2006/relationships/image" Target="../media/image405.png"/><Relationship Id="rId4" Type="http://schemas.openxmlformats.org/officeDocument/2006/relationships/image" Target="../media/image349.png"/><Relationship Id="rId9" Type="http://schemas.openxmlformats.org/officeDocument/2006/relationships/image" Target="../media/image354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1.png"/><Relationship Id="rId21" Type="http://schemas.openxmlformats.org/officeDocument/2006/relationships/image" Target="../media/image426.png"/><Relationship Id="rId42" Type="http://schemas.openxmlformats.org/officeDocument/2006/relationships/image" Target="../media/image447.png"/><Relationship Id="rId47" Type="http://schemas.openxmlformats.org/officeDocument/2006/relationships/image" Target="../media/image452.png"/><Relationship Id="rId63" Type="http://schemas.openxmlformats.org/officeDocument/2006/relationships/image" Target="../media/image468.png"/><Relationship Id="rId68" Type="http://schemas.openxmlformats.org/officeDocument/2006/relationships/image" Target="../media/image473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21.png"/><Relationship Id="rId29" Type="http://schemas.openxmlformats.org/officeDocument/2006/relationships/image" Target="../media/image434.png"/><Relationship Id="rId11" Type="http://schemas.openxmlformats.org/officeDocument/2006/relationships/image" Target="../media/image416.png"/><Relationship Id="rId24" Type="http://schemas.openxmlformats.org/officeDocument/2006/relationships/image" Target="../media/image429.png"/><Relationship Id="rId32" Type="http://schemas.openxmlformats.org/officeDocument/2006/relationships/image" Target="../media/image437.png"/><Relationship Id="rId37" Type="http://schemas.openxmlformats.org/officeDocument/2006/relationships/image" Target="../media/image442.png"/><Relationship Id="rId40" Type="http://schemas.openxmlformats.org/officeDocument/2006/relationships/image" Target="../media/image445.png"/><Relationship Id="rId45" Type="http://schemas.openxmlformats.org/officeDocument/2006/relationships/image" Target="../media/image450.png"/><Relationship Id="rId53" Type="http://schemas.openxmlformats.org/officeDocument/2006/relationships/image" Target="../media/image458.png"/><Relationship Id="rId58" Type="http://schemas.openxmlformats.org/officeDocument/2006/relationships/image" Target="../media/image463.png"/><Relationship Id="rId66" Type="http://schemas.openxmlformats.org/officeDocument/2006/relationships/image" Target="../media/image471.png"/><Relationship Id="rId74" Type="http://schemas.openxmlformats.org/officeDocument/2006/relationships/image" Target="../media/image479.png"/><Relationship Id="rId5" Type="http://schemas.openxmlformats.org/officeDocument/2006/relationships/image" Target="../media/image410.png"/><Relationship Id="rId61" Type="http://schemas.openxmlformats.org/officeDocument/2006/relationships/image" Target="../media/image466.png"/><Relationship Id="rId19" Type="http://schemas.openxmlformats.org/officeDocument/2006/relationships/image" Target="../media/image424.png"/><Relationship Id="rId14" Type="http://schemas.openxmlformats.org/officeDocument/2006/relationships/image" Target="../media/image419.png"/><Relationship Id="rId22" Type="http://schemas.openxmlformats.org/officeDocument/2006/relationships/image" Target="../media/image427.png"/><Relationship Id="rId27" Type="http://schemas.openxmlformats.org/officeDocument/2006/relationships/image" Target="../media/image432.png"/><Relationship Id="rId30" Type="http://schemas.openxmlformats.org/officeDocument/2006/relationships/image" Target="../media/image435.png"/><Relationship Id="rId35" Type="http://schemas.openxmlformats.org/officeDocument/2006/relationships/image" Target="../media/image440.png"/><Relationship Id="rId43" Type="http://schemas.openxmlformats.org/officeDocument/2006/relationships/image" Target="../media/image448.png"/><Relationship Id="rId48" Type="http://schemas.openxmlformats.org/officeDocument/2006/relationships/image" Target="../media/image453.png"/><Relationship Id="rId56" Type="http://schemas.openxmlformats.org/officeDocument/2006/relationships/image" Target="../media/image461.png"/><Relationship Id="rId64" Type="http://schemas.openxmlformats.org/officeDocument/2006/relationships/image" Target="../media/image469.png"/><Relationship Id="rId69" Type="http://schemas.openxmlformats.org/officeDocument/2006/relationships/image" Target="../media/image474.png"/><Relationship Id="rId8" Type="http://schemas.openxmlformats.org/officeDocument/2006/relationships/image" Target="../media/image413.png"/><Relationship Id="rId51" Type="http://schemas.openxmlformats.org/officeDocument/2006/relationships/image" Target="../media/image456.png"/><Relationship Id="rId72" Type="http://schemas.openxmlformats.org/officeDocument/2006/relationships/image" Target="../media/image477.png"/><Relationship Id="rId3" Type="http://schemas.openxmlformats.org/officeDocument/2006/relationships/image" Target="../media/image408.png"/><Relationship Id="rId12" Type="http://schemas.openxmlformats.org/officeDocument/2006/relationships/image" Target="../media/image417.png"/><Relationship Id="rId17" Type="http://schemas.openxmlformats.org/officeDocument/2006/relationships/image" Target="../media/image422.png"/><Relationship Id="rId25" Type="http://schemas.openxmlformats.org/officeDocument/2006/relationships/image" Target="../media/image430.png"/><Relationship Id="rId33" Type="http://schemas.openxmlformats.org/officeDocument/2006/relationships/image" Target="../media/image438.png"/><Relationship Id="rId38" Type="http://schemas.openxmlformats.org/officeDocument/2006/relationships/image" Target="../media/image443.png"/><Relationship Id="rId46" Type="http://schemas.openxmlformats.org/officeDocument/2006/relationships/image" Target="../media/image451.png"/><Relationship Id="rId59" Type="http://schemas.openxmlformats.org/officeDocument/2006/relationships/image" Target="../media/image464.png"/><Relationship Id="rId67" Type="http://schemas.openxmlformats.org/officeDocument/2006/relationships/image" Target="../media/image472.png"/><Relationship Id="rId20" Type="http://schemas.openxmlformats.org/officeDocument/2006/relationships/image" Target="../media/image425.png"/><Relationship Id="rId41" Type="http://schemas.openxmlformats.org/officeDocument/2006/relationships/image" Target="../media/image446.png"/><Relationship Id="rId54" Type="http://schemas.openxmlformats.org/officeDocument/2006/relationships/image" Target="../media/image459.png"/><Relationship Id="rId62" Type="http://schemas.openxmlformats.org/officeDocument/2006/relationships/image" Target="../media/image467.png"/><Relationship Id="rId70" Type="http://schemas.openxmlformats.org/officeDocument/2006/relationships/image" Target="../media/image475.png"/><Relationship Id="rId75" Type="http://schemas.openxmlformats.org/officeDocument/2006/relationships/image" Target="../media/image4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1.png"/><Relationship Id="rId15" Type="http://schemas.openxmlformats.org/officeDocument/2006/relationships/image" Target="../media/image420.png"/><Relationship Id="rId23" Type="http://schemas.openxmlformats.org/officeDocument/2006/relationships/image" Target="../media/image428.png"/><Relationship Id="rId28" Type="http://schemas.openxmlformats.org/officeDocument/2006/relationships/image" Target="../media/image433.png"/><Relationship Id="rId36" Type="http://schemas.openxmlformats.org/officeDocument/2006/relationships/image" Target="../media/image441.png"/><Relationship Id="rId49" Type="http://schemas.openxmlformats.org/officeDocument/2006/relationships/image" Target="../media/image454.png"/><Relationship Id="rId57" Type="http://schemas.openxmlformats.org/officeDocument/2006/relationships/image" Target="../media/image462.png"/><Relationship Id="rId10" Type="http://schemas.openxmlformats.org/officeDocument/2006/relationships/image" Target="../media/image415.png"/><Relationship Id="rId31" Type="http://schemas.openxmlformats.org/officeDocument/2006/relationships/image" Target="../media/image436.png"/><Relationship Id="rId44" Type="http://schemas.openxmlformats.org/officeDocument/2006/relationships/image" Target="../media/image449.png"/><Relationship Id="rId52" Type="http://schemas.openxmlformats.org/officeDocument/2006/relationships/image" Target="../media/image457.png"/><Relationship Id="rId60" Type="http://schemas.openxmlformats.org/officeDocument/2006/relationships/image" Target="../media/image465.png"/><Relationship Id="rId65" Type="http://schemas.openxmlformats.org/officeDocument/2006/relationships/image" Target="../media/image470.png"/><Relationship Id="rId73" Type="http://schemas.openxmlformats.org/officeDocument/2006/relationships/image" Target="../media/image478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Relationship Id="rId13" Type="http://schemas.openxmlformats.org/officeDocument/2006/relationships/image" Target="../media/image418.png"/><Relationship Id="rId18" Type="http://schemas.openxmlformats.org/officeDocument/2006/relationships/image" Target="../media/image423.png"/><Relationship Id="rId39" Type="http://schemas.openxmlformats.org/officeDocument/2006/relationships/image" Target="../media/image444.png"/><Relationship Id="rId34" Type="http://schemas.openxmlformats.org/officeDocument/2006/relationships/image" Target="../media/image439.png"/><Relationship Id="rId50" Type="http://schemas.openxmlformats.org/officeDocument/2006/relationships/image" Target="../media/image455.png"/><Relationship Id="rId55" Type="http://schemas.openxmlformats.org/officeDocument/2006/relationships/image" Target="../media/image460.png"/><Relationship Id="rId76" Type="http://schemas.openxmlformats.org/officeDocument/2006/relationships/image" Target="../media/image481.png"/><Relationship Id="rId7" Type="http://schemas.openxmlformats.org/officeDocument/2006/relationships/image" Target="../media/image412.png"/><Relationship Id="rId71" Type="http://schemas.openxmlformats.org/officeDocument/2006/relationships/image" Target="../media/image476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5.png"/><Relationship Id="rId21" Type="http://schemas.openxmlformats.org/officeDocument/2006/relationships/image" Target="../media/image500.png"/><Relationship Id="rId42" Type="http://schemas.openxmlformats.org/officeDocument/2006/relationships/image" Target="../media/image521.png"/><Relationship Id="rId47" Type="http://schemas.openxmlformats.org/officeDocument/2006/relationships/image" Target="../media/image526.png"/><Relationship Id="rId63" Type="http://schemas.openxmlformats.org/officeDocument/2006/relationships/image" Target="../media/image542.png"/><Relationship Id="rId68" Type="http://schemas.openxmlformats.org/officeDocument/2006/relationships/image" Target="../media/image547.png"/><Relationship Id="rId16" Type="http://schemas.openxmlformats.org/officeDocument/2006/relationships/image" Target="../media/image495.png"/><Relationship Id="rId11" Type="http://schemas.openxmlformats.org/officeDocument/2006/relationships/image" Target="../media/image490.png"/><Relationship Id="rId24" Type="http://schemas.openxmlformats.org/officeDocument/2006/relationships/image" Target="../media/image503.png"/><Relationship Id="rId32" Type="http://schemas.openxmlformats.org/officeDocument/2006/relationships/image" Target="../media/image511.png"/><Relationship Id="rId37" Type="http://schemas.openxmlformats.org/officeDocument/2006/relationships/image" Target="../media/image516.png"/><Relationship Id="rId40" Type="http://schemas.openxmlformats.org/officeDocument/2006/relationships/image" Target="../media/image519.png"/><Relationship Id="rId45" Type="http://schemas.openxmlformats.org/officeDocument/2006/relationships/image" Target="../media/image524.png"/><Relationship Id="rId53" Type="http://schemas.openxmlformats.org/officeDocument/2006/relationships/image" Target="../media/image532.png"/><Relationship Id="rId58" Type="http://schemas.openxmlformats.org/officeDocument/2006/relationships/image" Target="../media/image537.png"/><Relationship Id="rId66" Type="http://schemas.openxmlformats.org/officeDocument/2006/relationships/image" Target="../media/image545.png"/><Relationship Id="rId74" Type="http://schemas.openxmlformats.org/officeDocument/2006/relationships/image" Target="../media/image553.png"/><Relationship Id="rId79" Type="http://schemas.openxmlformats.org/officeDocument/2006/relationships/image" Target="../media/image558.png"/><Relationship Id="rId5" Type="http://schemas.openxmlformats.org/officeDocument/2006/relationships/image" Target="../media/image484.png"/><Relationship Id="rId61" Type="http://schemas.openxmlformats.org/officeDocument/2006/relationships/image" Target="../media/image540.png"/><Relationship Id="rId19" Type="http://schemas.openxmlformats.org/officeDocument/2006/relationships/image" Target="../media/image498.png"/><Relationship Id="rId14" Type="http://schemas.openxmlformats.org/officeDocument/2006/relationships/image" Target="../media/image493.png"/><Relationship Id="rId22" Type="http://schemas.openxmlformats.org/officeDocument/2006/relationships/image" Target="../media/image501.png"/><Relationship Id="rId27" Type="http://schemas.openxmlformats.org/officeDocument/2006/relationships/image" Target="../media/image506.png"/><Relationship Id="rId30" Type="http://schemas.openxmlformats.org/officeDocument/2006/relationships/image" Target="../media/image509.png"/><Relationship Id="rId35" Type="http://schemas.openxmlformats.org/officeDocument/2006/relationships/image" Target="../media/image514.png"/><Relationship Id="rId43" Type="http://schemas.openxmlformats.org/officeDocument/2006/relationships/image" Target="../media/image522.png"/><Relationship Id="rId48" Type="http://schemas.openxmlformats.org/officeDocument/2006/relationships/image" Target="../media/image527.png"/><Relationship Id="rId56" Type="http://schemas.openxmlformats.org/officeDocument/2006/relationships/image" Target="../media/image535.png"/><Relationship Id="rId64" Type="http://schemas.openxmlformats.org/officeDocument/2006/relationships/image" Target="../media/image543.png"/><Relationship Id="rId69" Type="http://schemas.openxmlformats.org/officeDocument/2006/relationships/image" Target="../media/image548.png"/><Relationship Id="rId77" Type="http://schemas.openxmlformats.org/officeDocument/2006/relationships/image" Target="../media/image556.png"/><Relationship Id="rId8" Type="http://schemas.openxmlformats.org/officeDocument/2006/relationships/image" Target="../media/image487.png"/><Relationship Id="rId51" Type="http://schemas.openxmlformats.org/officeDocument/2006/relationships/image" Target="../media/image530.png"/><Relationship Id="rId72" Type="http://schemas.openxmlformats.org/officeDocument/2006/relationships/image" Target="../media/image551.png"/><Relationship Id="rId3" Type="http://schemas.openxmlformats.org/officeDocument/2006/relationships/image" Target="../media/image482.png"/><Relationship Id="rId12" Type="http://schemas.openxmlformats.org/officeDocument/2006/relationships/image" Target="../media/image491.png"/><Relationship Id="rId17" Type="http://schemas.openxmlformats.org/officeDocument/2006/relationships/image" Target="../media/image496.png"/><Relationship Id="rId25" Type="http://schemas.openxmlformats.org/officeDocument/2006/relationships/image" Target="../media/image504.png"/><Relationship Id="rId33" Type="http://schemas.openxmlformats.org/officeDocument/2006/relationships/image" Target="../media/image512.png"/><Relationship Id="rId38" Type="http://schemas.openxmlformats.org/officeDocument/2006/relationships/image" Target="../media/image517.png"/><Relationship Id="rId46" Type="http://schemas.openxmlformats.org/officeDocument/2006/relationships/image" Target="../media/image525.png"/><Relationship Id="rId59" Type="http://schemas.openxmlformats.org/officeDocument/2006/relationships/image" Target="../media/image538.png"/><Relationship Id="rId67" Type="http://schemas.openxmlformats.org/officeDocument/2006/relationships/image" Target="../media/image546.png"/><Relationship Id="rId20" Type="http://schemas.openxmlformats.org/officeDocument/2006/relationships/image" Target="../media/image499.png"/><Relationship Id="rId41" Type="http://schemas.openxmlformats.org/officeDocument/2006/relationships/image" Target="../media/image520.png"/><Relationship Id="rId54" Type="http://schemas.openxmlformats.org/officeDocument/2006/relationships/image" Target="../media/image533.png"/><Relationship Id="rId62" Type="http://schemas.openxmlformats.org/officeDocument/2006/relationships/image" Target="../media/image541.png"/><Relationship Id="rId70" Type="http://schemas.openxmlformats.org/officeDocument/2006/relationships/image" Target="../media/image549.png"/><Relationship Id="rId75" Type="http://schemas.openxmlformats.org/officeDocument/2006/relationships/image" Target="../media/image55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5.png"/><Relationship Id="rId15" Type="http://schemas.openxmlformats.org/officeDocument/2006/relationships/image" Target="../media/image494.png"/><Relationship Id="rId23" Type="http://schemas.openxmlformats.org/officeDocument/2006/relationships/image" Target="../media/image502.png"/><Relationship Id="rId28" Type="http://schemas.openxmlformats.org/officeDocument/2006/relationships/image" Target="../media/image507.png"/><Relationship Id="rId36" Type="http://schemas.openxmlformats.org/officeDocument/2006/relationships/image" Target="../media/image515.png"/><Relationship Id="rId49" Type="http://schemas.openxmlformats.org/officeDocument/2006/relationships/image" Target="../media/image528.png"/><Relationship Id="rId57" Type="http://schemas.openxmlformats.org/officeDocument/2006/relationships/image" Target="../media/image536.png"/><Relationship Id="rId10" Type="http://schemas.openxmlformats.org/officeDocument/2006/relationships/image" Target="../media/image489.png"/><Relationship Id="rId31" Type="http://schemas.openxmlformats.org/officeDocument/2006/relationships/image" Target="../media/image510.png"/><Relationship Id="rId44" Type="http://schemas.openxmlformats.org/officeDocument/2006/relationships/image" Target="../media/image523.png"/><Relationship Id="rId52" Type="http://schemas.openxmlformats.org/officeDocument/2006/relationships/image" Target="../media/image531.png"/><Relationship Id="rId60" Type="http://schemas.openxmlformats.org/officeDocument/2006/relationships/image" Target="../media/image539.png"/><Relationship Id="rId65" Type="http://schemas.openxmlformats.org/officeDocument/2006/relationships/image" Target="../media/image544.png"/><Relationship Id="rId73" Type="http://schemas.openxmlformats.org/officeDocument/2006/relationships/image" Target="../media/image552.png"/><Relationship Id="rId78" Type="http://schemas.openxmlformats.org/officeDocument/2006/relationships/image" Target="../media/image557.png"/><Relationship Id="rId4" Type="http://schemas.openxmlformats.org/officeDocument/2006/relationships/image" Target="../media/image483.png"/><Relationship Id="rId9" Type="http://schemas.openxmlformats.org/officeDocument/2006/relationships/image" Target="../media/image488.png"/><Relationship Id="rId13" Type="http://schemas.openxmlformats.org/officeDocument/2006/relationships/image" Target="../media/image492.png"/><Relationship Id="rId18" Type="http://schemas.openxmlformats.org/officeDocument/2006/relationships/image" Target="../media/image497.png"/><Relationship Id="rId39" Type="http://schemas.openxmlformats.org/officeDocument/2006/relationships/image" Target="../media/image518.png"/><Relationship Id="rId34" Type="http://schemas.openxmlformats.org/officeDocument/2006/relationships/image" Target="../media/image513.png"/><Relationship Id="rId50" Type="http://schemas.openxmlformats.org/officeDocument/2006/relationships/image" Target="../media/image529.png"/><Relationship Id="rId55" Type="http://schemas.openxmlformats.org/officeDocument/2006/relationships/image" Target="../media/image534.png"/><Relationship Id="rId76" Type="http://schemas.openxmlformats.org/officeDocument/2006/relationships/image" Target="../media/image555.png"/><Relationship Id="rId7" Type="http://schemas.openxmlformats.org/officeDocument/2006/relationships/image" Target="../media/image486.png"/><Relationship Id="rId71" Type="http://schemas.openxmlformats.org/officeDocument/2006/relationships/image" Target="../media/image550.png"/><Relationship Id="rId2" Type="http://schemas.openxmlformats.org/officeDocument/2006/relationships/notesSlide" Target="../notesSlides/notesSlide60.xml"/><Relationship Id="rId29" Type="http://schemas.openxmlformats.org/officeDocument/2006/relationships/image" Target="../media/image50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png"/><Relationship Id="rId13" Type="http://schemas.openxmlformats.org/officeDocument/2006/relationships/image" Target="../media/image569.jpg"/><Relationship Id="rId3" Type="http://schemas.openxmlformats.org/officeDocument/2006/relationships/image" Target="../media/image559.jpg"/><Relationship Id="rId7" Type="http://schemas.openxmlformats.org/officeDocument/2006/relationships/image" Target="../media/image563.png"/><Relationship Id="rId12" Type="http://schemas.openxmlformats.org/officeDocument/2006/relationships/image" Target="../media/image5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2.png"/><Relationship Id="rId11" Type="http://schemas.openxmlformats.org/officeDocument/2006/relationships/image" Target="../media/image567.jpg"/><Relationship Id="rId5" Type="http://schemas.openxmlformats.org/officeDocument/2006/relationships/image" Target="../media/image561.jpg"/><Relationship Id="rId10" Type="http://schemas.openxmlformats.org/officeDocument/2006/relationships/image" Target="../media/image566.png"/><Relationship Id="rId4" Type="http://schemas.openxmlformats.org/officeDocument/2006/relationships/image" Target="../media/image560.jpg"/><Relationship Id="rId9" Type="http://schemas.openxmlformats.org/officeDocument/2006/relationships/image" Target="../media/image56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5.jpg"/><Relationship Id="rId13" Type="http://schemas.openxmlformats.org/officeDocument/2006/relationships/image" Target="../media/image580.png"/><Relationship Id="rId18" Type="http://schemas.openxmlformats.org/officeDocument/2006/relationships/image" Target="../media/image585.png"/><Relationship Id="rId3" Type="http://schemas.openxmlformats.org/officeDocument/2006/relationships/image" Target="../media/image570.jpg"/><Relationship Id="rId7" Type="http://schemas.openxmlformats.org/officeDocument/2006/relationships/image" Target="../media/image574.jpg"/><Relationship Id="rId12" Type="http://schemas.openxmlformats.org/officeDocument/2006/relationships/image" Target="../media/image579.jpg"/><Relationship Id="rId17" Type="http://schemas.openxmlformats.org/officeDocument/2006/relationships/image" Target="../media/image584.jp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58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3.jpg"/><Relationship Id="rId11" Type="http://schemas.openxmlformats.org/officeDocument/2006/relationships/image" Target="../media/image578.jpg"/><Relationship Id="rId5" Type="http://schemas.openxmlformats.org/officeDocument/2006/relationships/image" Target="../media/image572.jpg"/><Relationship Id="rId15" Type="http://schemas.openxmlformats.org/officeDocument/2006/relationships/image" Target="../media/image582.jpg"/><Relationship Id="rId10" Type="http://schemas.openxmlformats.org/officeDocument/2006/relationships/image" Target="../media/image577.jpg"/><Relationship Id="rId4" Type="http://schemas.openxmlformats.org/officeDocument/2006/relationships/image" Target="../media/image571.jpg"/><Relationship Id="rId9" Type="http://schemas.openxmlformats.org/officeDocument/2006/relationships/image" Target="../media/image576.png"/><Relationship Id="rId14" Type="http://schemas.openxmlformats.org/officeDocument/2006/relationships/image" Target="../media/image581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" descr="A white background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3653" y="2721915"/>
            <a:ext cx="2657053" cy="1499616"/>
          </a:xfrm>
          <a:prstGeom prst="roundRect">
            <a:avLst>
              <a:gd name="adj" fmla="val 10796"/>
            </a:avLst>
          </a:prstGeom>
          <a:noFill/>
          <a:ln>
            <a:noFill/>
          </a:ln>
          <a:effectLst>
            <a:outerShdw blurRad="190500" dist="141773" dir="5400000" algn="t" rotWithShape="0">
              <a:srgbClr val="000000">
                <a:alpha val="24705"/>
              </a:srgbClr>
            </a:outerShdw>
          </a:effectLst>
        </p:spPr>
      </p:pic>
      <p:sp>
        <p:nvSpPr>
          <p:cNvPr id="73" name="Google Shape;73;p1"/>
          <p:cNvSpPr/>
          <p:nvPr/>
        </p:nvSpPr>
        <p:spPr>
          <a:xfrm>
            <a:off x="829141" y="1254480"/>
            <a:ext cx="4173986" cy="4955818"/>
          </a:xfrm>
          <a:prstGeom prst="roundRect">
            <a:avLst>
              <a:gd name="adj" fmla="val 694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title"/>
          </p:nvPr>
        </p:nvSpPr>
        <p:spPr>
          <a:xfrm>
            <a:off x="495300" y="515815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typeface check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5506078" y="2721915"/>
            <a:ext cx="2440345" cy="139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Bold</a:t>
            </a:r>
            <a:b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Regular</a:t>
            </a: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5426498" y="4641973"/>
            <a:ext cx="5600700" cy="102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 If they’re a match, you’re good to go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cxnSp>
        <p:nvCxnSpPr>
          <p:cNvPr id="77" name="Google Shape;77;p1"/>
          <p:cNvCxnSpPr/>
          <p:nvPr/>
        </p:nvCxnSpPr>
        <p:spPr>
          <a:xfrm>
            <a:off x="1174077" y="3976396"/>
            <a:ext cx="3314699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8" name="Google Shape;78;p1"/>
          <p:cNvSpPr txBox="1"/>
          <p:nvPr/>
        </p:nvSpPr>
        <p:spPr>
          <a:xfrm>
            <a:off x="1174077" y="4288724"/>
            <a:ext cx="3650110" cy="3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B31B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79" name="Google Shape;79;p1"/>
          <p:cNvSpPr txBox="1"/>
          <p:nvPr/>
        </p:nvSpPr>
        <p:spPr>
          <a:xfrm>
            <a:off x="9028338" y="2425064"/>
            <a:ext cx="13676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REFERENCE IMAGE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6247432" y="2425064"/>
            <a:ext cx="10663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TEXT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5450139" y="2744018"/>
            <a:ext cx="2660904" cy="1499616"/>
          </a:xfrm>
          <a:prstGeom prst="roundRect">
            <a:avLst>
              <a:gd name="adj" fmla="val 7851"/>
            </a:avLst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64802" y="5740376"/>
            <a:ext cx="36501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* We will be phasing out </a:t>
            </a:r>
            <a:r>
              <a:rPr lang="en-US" sz="1000" b="1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Lato</a:t>
            </a: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 beginning Q1 FY26</a:t>
            </a:r>
            <a:endParaRPr/>
          </a:p>
        </p:txBody>
      </p:sp>
      <p:sp>
        <p:nvSpPr>
          <p:cNvPr id="83" name="Google Shape;83;p1">
            <a:hlinkClick r:id="rId4"/>
          </p:cNvPr>
          <p:cNvSpPr/>
          <p:nvPr/>
        </p:nvSpPr>
        <p:spPr>
          <a:xfrm>
            <a:off x="5450138" y="5183087"/>
            <a:ext cx="5745685" cy="83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answer is no, you will need to install fonts </a:t>
            </a:r>
            <a:b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manually, </a:t>
            </a: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please download them here.</a:t>
            </a:r>
            <a:endParaRPr sz="16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5338788" y="1250694"/>
            <a:ext cx="6015011" cy="93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Please perform this typeface check in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PowerPoint Desktop. 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Does the sample text on the left match the reference image of the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text on the right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164802" y="1549253"/>
            <a:ext cx="3529118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this presentation, please </a:t>
            </a:r>
            <a:b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our new official Box typeface, Inter Display. IT deployed the fonts to all Boxers and you should have it on your computer (as of Dec 10, 2024)</a:t>
            </a:r>
            <a:b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 Display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164802" y="4645087"/>
            <a:ext cx="47278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29142" y="-1"/>
            <a:ext cx="10524657" cy="426525"/>
          </a:xfrm>
          <a:prstGeom prst="round2SameRect">
            <a:avLst>
              <a:gd name="adj1" fmla="val 0"/>
              <a:gd name="adj2" fmla="val 403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IMPORTANT: Box Preview is not yet set up to render this font properly. (ETA for this feature early Q1 FY26)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Notes from the Design team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Inter"/>
                <a:ea typeface="Inter"/>
                <a:cs typeface="Inter"/>
                <a:sym typeface="Inter"/>
              </a:rPr>
              <a:t>Please follow these guidelines to ensure consistency between your slides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38200" y="1485900"/>
            <a:ext cx="105156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Sentence case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Title Case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Spell out “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”; do not use the ampersand symbol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excessive use of 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”or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!!!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Enthusiasm should come from the speaker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font sizes under 24 pt. 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possessive form of Box (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Box’s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use the Box logo in a title or phrase</a:t>
            </a:r>
            <a:b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58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Pronouns are encouraged but optional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your slides simple and clutter-free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the most up-to-date corporate presentation template </a:t>
            </a:r>
            <a:r>
              <a:rPr lang="en-US" sz="2000" u="sng">
                <a:solidFill>
                  <a:srgbClr val="0000E9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Don’t highlight in italics </a:t>
            </a:r>
            <a:b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(unless it’s a title of a publication)</a:t>
            </a:r>
            <a:endParaRPr/>
          </a:p>
          <a:p>
            <a:pPr marL="288925" marR="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>
                <a:solidFill>
                  <a:schemeClr val="dk2"/>
                </a:solidFill>
              </a:rPr>
              <a:t>OPENING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4" descr="Box Logo_White (FFFFFF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11" name="Google Shape;111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12" name="Google Shape;112;p4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5" descr="Box Logo_White (FFFFFF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24" name="Google Shape;124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25" name="Google Shape;125;p5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0">
                <a:solidFill>
                  <a:schemeClr val="dk2"/>
                </a:solidFill>
              </a:rPr>
              <a:t>HIGH LEVEL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46" name="Google Shape;146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47" name="Google Shape;147;p8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883756" y="2563624"/>
            <a:ext cx="1047004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Statement/Key statement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827183" y="1037790"/>
            <a:ext cx="2633630" cy="86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4290917" y="1082893"/>
            <a:ext cx="6347011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name, Title, 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</a:t>
            </a:r>
            <a:endParaRPr sz="16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2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1257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0" descr="Icon_Shared-us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439" y="175247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 descr="Icon_User-bad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436" y="2336372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 descr="Icon_Pie-char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2436" y="3189543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 descr="Line graph-v2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2439" y="114743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 descr="Icon_Batter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2437" y="4043519"/>
            <a:ext cx="317501" cy="31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1"/>
          <p:cNvGrpSpPr/>
          <p:nvPr/>
        </p:nvGrpSpPr>
        <p:grpSpPr>
          <a:xfrm>
            <a:off x="1908770" y="1130851"/>
            <a:ext cx="2657675" cy="3758098"/>
            <a:chOff x="0" y="0"/>
            <a:chExt cx="5315347" cy="7516194"/>
          </a:xfrm>
        </p:grpSpPr>
        <p:sp>
          <p:nvSpPr>
            <p:cNvPr id="173" name="Google Shape;173;p11"/>
            <p:cNvSpPr/>
            <p:nvPr/>
          </p:nvSpPr>
          <p:spPr>
            <a:xfrm>
              <a:off x="3572" y="4936729"/>
              <a:ext cx="5301059" cy="257946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0716" y="0"/>
              <a:ext cx="5301059" cy="7516194"/>
            </a:xfrm>
            <a:prstGeom prst="roundRect">
              <a:avLst>
                <a:gd name="adj" fmla="val 7187"/>
              </a:avLst>
            </a:pr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7CC8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75" name="Google Shape;175;p11" descr="vaishnav_gorur-500x500_square.png"/>
            <p:cNvPicPr preferRelativeResize="0"/>
            <p:nvPr/>
          </p:nvPicPr>
          <p:blipFill rotWithShape="1">
            <a:blip r:embed="rId3">
              <a:alphaModFix/>
            </a:blip>
            <a:srcRect l="68" r="68" b="7251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76" name="Google Shape;176;p11"/>
            <p:cNvSpPr txBox="1"/>
            <p:nvPr/>
          </p:nvSpPr>
          <p:spPr>
            <a:xfrm>
              <a:off x="285412" y="5267225"/>
              <a:ext cx="4748091" cy="1918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Vaishnav Gorur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Team Director, Product Marketing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78" name="Google Shape;178;p11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0" name="Google Shape;180;p11" descr="Corrie-Conrad_headshot 1.png"/>
            <p:cNvPicPr preferRelativeResize="0"/>
            <p:nvPr/>
          </p:nvPicPr>
          <p:blipFill rotWithShape="1">
            <a:blip r:embed="rId4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1" name="Google Shape;181;p11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83" name="Google Shape;183;p11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5" name="Google Shape;185;p11" descr="Jon Herstein_Press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6" name="Google Shape;186;p11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11">
            <a:hlinkClick r:id="rId6"/>
          </p:cNvPr>
          <p:cNvSpPr/>
          <p:nvPr/>
        </p:nvSpPr>
        <p:spPr>
          <a:xfrm>
            <a:off x="3537905" y="5864176"/>
            <a:ext cx="5715000" cy="346124"/>
          </a:xfrm>
          <a:prstGeom prst="roundRect">
            <a:avLst>
              <a:gd name="adj" fmla="val 5000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Tip: The use of pronouns is optional but highly encouraged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2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94" name="Google Shape;194;p12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6" name="Google Shape;196;p12" descr="Corrie-Conrad_headshot 1.png"/>
            <p:cNvPicPr preferRelativeResize="0"/>
            <p:nvPr/>
          </p:nvPicPr>
          <p:blipFill rotWithShape="1">
            <a:blip r:embed="rId3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12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99" name="Google Shape;199;p12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01" name="Google Shape;201;p12" descr="Jon Herstein_Pres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202" name="Google Shape;202;p12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3" name="Google Shape;203;p12"/>
          <p:cNvSpPr txBox="1"/>
          <p:nvPr/>
        </p:nvSpPr>
        <p:spPr>
          <a:xfrm>
            <a:off x="852852" y="2549550"/>
            <a:ext cx="3715379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EYEBROW</a:t>
            </a:r>
            <a:br>
              <a:rPr lang="en-US" sz="3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 title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CONTENT</a:t>
            </a:r>
            <a:endParaRPr sz="4400">
              <a:solidFill>
                <a:schemeClr val="dk2"/>
              </a:solidFill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1444496" y="1530095"/>
            <a:ext cx="9290912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444496" y="3575437"/>
            <a:ext cx="9290912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2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1456591" y="1510735"/>
            <a:ext cx="4553712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6181697" y="1485900"/>
            <a:ext cx="4553712" cy="215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1/3:2/3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650658" y="1530095"/>
            <a:ext cx="6634844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4650658" y="3575437"/>
            <a:ext cx="6634844" cy="160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838200" y="1485900"/>
            <a:ext cx="3276600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consectur adipiscing elit, sed do eiusmod</a:t>
            </a: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p17"/>
          <p:cNvGrpSpPr/>
          <p:nvPr/>
        </p:nvGrpSpPr>
        <p:grpSpPr>
          <a:xfrm>
            <a:off x="628650" y="1773936"/>
            <a:ext cx="2667000" cy="3111501"/>
            <a:chOff x="628650" y="1930660"/>
            <a:chExt cx="2667000" cy="3111501"/>
          </a:xfrm>
        </p:grpSpPr>
        <p:sp>
          <p:nvSpPr>
            <p:cNvPr id="241" name="Google Shape;241;p17"/>
            <p:cNvSpPr/>
            <p:nvPr/>
          </p:nvSpPr>
          <p:spPr>
            <a:xfrm>
              <a:off x="628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860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3486150" y="1773936"/>
            <a:ext cx="2667000" cy="3111501"/>
            <a:chOff x="3486150" y="1930660"/>
            <a:chExt cx="2667000" cy="3111501"/>
          </a:xfrm>
        </p:grpSpPr>
        <p:sp>
          <p:nvSpPr>
            <p:cNvPr id="244" name="Google Shape;244;p17"/>
            <p:cNvSpPr/>
            <p:nvPr/>
          </p:nvSpPr>
          <p:spPr>
            <a:xfrm>
              <a:off x="3486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37184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6343650" y="1773936"/>
            <a:ext cx="2667000" cy="3111501"/>
            <a:chOff x="6343650" y="1930660"/>
            <a:chExt cx="2667000" cy="3111501"/>
          </a:xfrm>
        </p:grpSpPr>
        <p:sp>
          <p:nvSpPr>
            <p:cNvPr id="247" name="Google Shape;247;p17"/>
            <p:cNvSpPr/>
            <p:nvPr/>
          </p:nvSpPr>
          <p:spPr>
            <a:xfrm>
              <a:off x="6343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6575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9201150" y="1773936"/>
            <a:ext cx="2667000" cy="3111501"/>
            <a:chOff x="9201150" y="1930660"/>
            <a:chExt cx="2667000" cy="3111501"/>
          </a:xfrm>
        </p:grpSpPr>
        <p:sp>
          <p:nvSpPr>
            <p:cNvPr id="250" name="Google Shape;250;p17"/>
            <p:cNvSpPr/>
            <p:nvPr/>
          </p:nvSpPr>
          <p:spPr>
            <a:xfrm>
              <a:off x="9201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9433484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095452" y="1773936"/>
            <a:ext cx="3619501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28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08586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18" descr="Icon_Plane.png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711336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con_3-Tier.png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4520931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Line graph-v2a.png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8330134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518180" y="2771930"/>
            <a:ext cx="3193943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327383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7636329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7634654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762500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762500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907332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907332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 with images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966456" y="4741490"/>
            <a:ext cx="1974083" cy="1248520"/>
          </a:xfrm>
          <a:prstGeom prst="roundRect">
            <a:avLst>
              <a:gd name="adj" fmla="val 4348"/>
            </a:avLst>
          </a:prstGeom>
          <a:solidFill>
            <a:srgbClr val="2486FC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137333" y="2054330"/>
            <a:ext cx="2212848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994833" y="2054330"/>
            <a:ext cx="2212848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7852333" y="2054330"/>
            <a:ext cx="2212848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Lorem ipsum dolor sit amet, consetur adipiscing Lorem ipsum dolor sit amet, coctetur adipiscing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4" name="Google Shape;284;p19" descr="Google Shape;1248;g2410122e98f_0_3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104" y="5438766"/>
            <a:ext cx="538744" cy="37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Google Shape;1249;g2410122e98f_0_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0417" y="4967950"/>
            <a:ext cx="787824" cy="19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Google Shape;1304;g2410122e98f_0_3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416" y="4737594"/>
            <a:ext cx="650121" cy="65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Zoom Logo, symbol, meaning, history, PNG, br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7722" y="5447203"/>
            <a:ext cx="653214" cy="36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63327" y="463550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89" name="Google Shape;289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6743" y="520876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90" name="Google Shape;290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0815" y="4470400"/>
            <a:ext cx="2670048" cy="1744600"/>
          </a:xfrm>
          <a:prstGeom prst="round2SameRect">
            <a:avLst>
              <a:gd name="adj1" fmla="val 0"/>
              <a:gd name="adj2" fmla="val 8702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Problems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Partial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20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Confusing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20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4" name="Google Shape;304;p20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1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Solutions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Fully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21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Optimized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21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21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834896" y="2054627"/>
            <a:ext cx="5261104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6355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104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531429" y="1780181"/>
            <a:ext cx="4569709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856327" y="2086897"/>
            <a:ext cx="3958243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more systems of computers.</a:t>
            </a:r>
            <a:br>
              <a:rPr lang="en-US" sz="20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95084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386787" y="2066899"/>
            <a:ext cx="4284285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</a:t>
            </a:r>
            <a:r>
              <a:rPr lang="en-US" sz="20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more systems </a:t>
            </a: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 computers.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228558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520262" y="2066899"/>
            <a:ext cx="434491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Katherine Johnson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NASA mathematician</a:t>
            </a:r>
            <a:b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was so new — the whole idea of going into space was new and daring. There were no textbooks, so we had to write them.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5109154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Use cases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4413250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1903534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8220751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560778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413250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6" name="Google Shape;356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4077108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8220751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60778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DATA/NUMBERS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3200"/>
              <a:buNone/>
            </a:pPr>
            <a:r>
              <a:rPr lang="en-US" sz="3200" b="0">
                <a:solidFill>
                  <a:srgbClr val="0061D5"/>
                </a:solidFill>
              </a:rPr>
              <a:t>STAT/CHARTS/ILLUSTRATIONS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86FB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6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756936" y="4757465"/>
            <a:ext cx="1761423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083166" y="4474988"/>
            <a:ext cx="664143" cy="654518"/>
          </a:xfrm>
          <a:custGeom>
            <a:avLst/>
            <a:gdLst/>
            <a:ahLst/>
            <a:cxnLst/>
            <a:rect l="l" t="t" r="r" b="b"/>
            <a:pathLst>
              <a:path w="664143" h="654518" extrusionOk="0">
                <a:moveTo>
                  <a:pt x="664143" y="654518"/>
                </a:moveTo>
                <a:lnTo>
                  <a:pt x="0" y="654518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3928806" y="2192606"/>
            <a:ext cx="4271118" cy="1733531"/>
            <a:chOff x="3923353" y="2070910"/>
            <a:chExt cx="4271118" cy="1733531"/>
          </a:xfrm>
        </p:grpSpPr>
        <p:sp>
          <p:nvSpPr>
            <p:cNvPr id="376" name="Google Shape;376;p26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8" name="Google Shape;378;p26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79" name="Google Shape;379;p26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7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161566" y="4930926"/>
            <a:ext cx="3868867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ctr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8" name="Google Shape;388;p27"/>
          <p:cNvGrpSpPr/>
          <p:nvPr/>
        </p:nvGrpSpPr>
        <p:grpSpPr>
          <a:xfrm>
            <a:off x="1354122" y="2192606"/>
            <a:ext cx="4271118" cy="1733531"/>
            <a:chOff x="3923353" y="2070910"/>
            <a:chExt cx="4271118" cy="1733531"/>
          </a:xfrm>
        </p:grpSpPr>
        <p:sp>
          <p:nvSpPr>
            <p:cNvPr id="389" name="Google Shape;389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27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92" name="Google Shape;392;p27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6548658" y="2192606"/>
            <a:ext cx="4271118" cy="1733531"/>
            <a:chOff x="3923353" y="2070910"/>
            <a:chExt cx="4271118" cy="1733531"/>
          </a:xfrm>
        </p:grpSpPr>
        <p:sp>
          <p:nvSpPr>
            <p:cNvPr id="395" name="Google Shape;395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Bar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8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03" name="Google Shape;403;p28"/>
          <p:cNvGraphicFramePr/>
          <p:nvPr/>
        </p:nvGraphicFramePr>
        <p:xfrm>
          <a:off x="977030" y="1898662"/>
          <a:ext cx="10605370" cy="404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4" name="Google Shape;404;p28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609600" y="1553992"/>
            <a:ext cx="10972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</a:t>
            </a:r>
            <a:r>
              <a:rPr lang="en-US" sz="16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 rot="-5400000">
            <a:off x="-362210" y="3637795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48E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(in </a:t>
            </a: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millions</a:t>
            </a: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Line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13" name="Google Shape;413;p29"/>
          <p:cNvGraphicFramePr/>
          <p:nvPr/>
        </p:nvGraphicFramePr>
        <p:xfrm>
          <a:off x="995907" y="1709623"/>
          <a:ext cx="10592844" cy="4084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4" name="Google Shape;414;p29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 rot="-5400000">
            <a:off x="-321955" y="3275111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(in millions)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0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23" name="Google Shape;423;p30"/>
          <p:cNvGraphicFramePr/>
          <p:nvPr/>
        </p:nvGraphicFramePr>
        <p:xfrm>
          <a:off x="3494320" y="2074753"/>
          <a:ext cx="5675683" cy="35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Google Shape;424;p30"/>
          <p:cNvSpPr txBox="1"/>
          <p:nvPr/>
        </p:nvSpPr>
        <p:spPr>
          <a:xfrm>
            <a:off x="609600" y="1592026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1253647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3" name="Google Shape;433;p31"/>
          <p:cNvGraphicFramePr/>
          <p:nvPr/>
        </p:nvGraphicFramePr>
        <p:xfrm>
          <a:off x="2336452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4" name="Google Shape;434;p31"/>
          <p:cNvSpPr txBox="1"/>
          <p:nvPr/>
        </p:nvSpPr>
        <p:spPr>
          <a:xfrm>
            <a:off x="3247373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5451953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6" name="Google Shape;436;p31"/>
          <p:cNvGraphicFramePr/>
          <p:nvPr/>
        </p:nvGraphicFramePr>
        <p:xfrm>
          <a:off x="6534758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7" name="Google Shape;437;p31"/>
          <p:cNvSpPr txBox="1"/>
          <p:nvPr/>
        </p:nvSpPr>
        <p:spPr>
          <a:xfrm>
            <a:off x="7445679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64%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Flow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2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32"/>
          <p:cNvCxnSpPr>
            <a:stCxn id="446" idx="3"/>
            <a:endCxn id="447" idx="1"/>
          </p:cNvCxnSpPr>
          <p:nvPr/>
        </p:nvCxnSpPr>
        <p:spPr>
          <a:xfrm>
            <a:off x="3198773" y="4634200"/>
            <a:ext cx="406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446" name="Google Shape;446;p32"/>
          <p:cNvSpPr/>
          <p:nvPr/>
        </p:nvSpPr>
        <p:spPr>
          <a:xfrm>
            <a:off x="786432" y="4086799"/>
            <a:ext cx="2412341" cy="1094801"/>
          </a:xfrm>
          <a:prstGeom prst="roundRect">
            <a:avLst>
              <a:gd name="adj" fmla="val 11121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496576" y="4086799"/>
            <a:ext cx="2263293" cy="1094801"/>
          </a:xfrm>
          <a:prstGeom prst="roundRect">
            <a:avLst>
              <a:gd name="adj" fmla="val 12308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submitted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605188" y="4086799"/>
            <a:ext cx="1913259" cy="1094801"/>
          </a:xfrm>
          <a:prstGeom prst="roundRect">
            <a:avLst>
              <a:gd name="adj" fmla="val 9933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Securely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910895" y="2197952"/>
            <a:ext cx="2398511" cy="1094801"/>
          </a:xfrm>
          <a:prstGeom prst="roundRect">
            <a:avLst>
              <a:gd name="adj" fmla="val 12387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9142275" y="4086799"/>
            <a:ext cx="2263293" cy="1094801"/>
          </a:xfrm>
          <a:prstGeom prst="roundRect">
            <a:avLst>
              <a:gd name="adj" fmla="val 13652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retention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1" name="Google Shape;451;p32"/>
          <p:cNvCxnSpPr>
            <a:stCxn id="449" idx="1"/>
            <a:endCxn id="447" idx="0"/>
          </p:cNvCxnSpPr>
          <p:nvPr/>
        </p:nvCxnSpPr>
        <p:spPr>
          <a:xfrm flipH="1">
            <a:off x="4561695" y="2745353"/>
            <a:ext cx="349200" cy="13413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452" name="Google Shape;452;p32"/>
          <p:cNvCxnSpPr>
            <a:endCxn id="449" idx="3"/>
          </p:cNvCxnSpPr>
          <p:nvPr/>
        </p:nvCxnSpPr>
        <p:spPr>
          <a:xfrm rot="5400000" flipH="1">
            <a:off x="6798206" y="3256553"/>
            <a:ext cx="1341300" cy="3189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stealth" w="med" len="med"/>
            <a:tailEnd type="none" w="sm" len="sm"/>
          </a:ln>
        </p:spPr>
      </p:cxnSp>
      <p:cxnSp>
        <p:nvCxnSpPr>
          <p:cNvPr id="453" name="Google Shape;453;p32"/>
          <p:cNvCxnSpPr>
            <a:stCxn id="448" idx="3"/>
            <a:endCxn id="450" idx="1"/>
          </p:cNvCxnSpPr>
          <p:nvPr/>
        </p:nvCxnSpPr>
        <p:spPr>
          <a:xfrm>
            <a:off x="8759869" y="4634200"/>
            <a:ext cx="382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Timeline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3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1" name="Google Shape;461;p33"/>
          <p:cNvCxnSpPr/>
          <p:nvPr/>
        </p:nvCxnSpPr>
        <p:spPr>
          <a:xfrm>
            <a:off x="609600" y="3035222"/>
            <a:ext cx="109728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lg" len="lg"/>
          </a:ln>
        </p:spPr>
      </p:cxnSp>
      <p:sp>
        <p:nvSpPr>
          <p:cNvPr id="462" name="Google Shape;462;p33"/>
          <p:cNvSpPr txBox="1"/>
          <p:nvPr/>
        </p:nvSpPr>
        <p:spPr>
          <a:xfrm>
            <a:off x="7738563" y="1689605"/>
            <a:ext cx="1589548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519745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372317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1641743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1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420000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6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280068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5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33"/>
          <p:cNvCxnSpPr/>
          <p:nvPr/>
        </p:nvCxnSpPr>
        <p:spPr>
          <a:xfrm rot="10800000">
            <a:off x="8180114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69" name="Google Shape;469;p33"/>
          <p:cNvSpPr txBox="1"/>
          <p:nvPr/>
        </p:nvSpPr>
        <p:spPr>
          <a:xfrm>
            <a:off x="8209811" y="3614655"/>
            <a:ext cx="141279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0" name="Google Shape;470;p33"/>
          <p:cNvCxnSpPr/>
          <p:nvPr/>
        </p:nvCxnSpPr>
        <p:spPr>
          <a:xfrm rot="10800000">
            <a:off x="7745058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1" name="Google Shape;471;p33"/>
          <p:cNvCxnSpPr/>
          <p:nvPr/>
        </p:nvCxnSpPr>
        <p:spPr>
          <a:xfrm rot="10800000">
            <a:off x="5190205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2" name="Google Shape;472;p33"/>
          <p:cNvCxnSpPr/>
          <p:nvPr/>
        </p:nvCxnSpPr>
        <p:spPr>
          <a:xfrm rot="10800000">
            <a:off x="3723170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3" name="Google Shape;473;p33"/>
          <p:cNvCxnSpPr/>
          <p:nvPr/>
        </p:nvCxnSpPr>
        <p:spPr>
          <a:xfrm rot="10800000">
            <a:off x="420000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74" name="Google Shape;474;p33"/>
          <p:cNvCxnSpPr/>
          <p:nvPr/>
        </p:nvCxnSpPr>
        <p:spPr>
          <a:xfrm rot="10800000">
            <a:off x="1641743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5" name="Google Shape;475;p33"/>
          <p:cNvCxnSpPr/>
          <p:nvPr/>
        </p:nvCxnSpPr>
        <p:spPr>
          <a:xfrm rot="10800000">
            <a:off x="280068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76" name="Google Shape;476;p33"/>
          <p:cNvSpPr/>
          <p:nvPr/>
        </p:nvSpPr>
        <p:spPr>
          <a:xfrm>
            <a:off x="6096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57150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3487616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5234355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Q1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33"/>
          <p:cNvSpPr/>
          <p:nvPr/>
        </p:nvSpPr>
        <p:spPr>
          <a:xfrm>
            <a:off x="4214447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FEB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6248401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H2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7479323" y="5586611"/>
            <a:ext cx="1131277" cy="257373"/>
          </a:xfrm>
          <a:prstGeom prst="roundRect">
            <a:avLst>
              <a:gd name="adj" fmla="val 5000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start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8686799" y="5586611"/>
            <a:ext cx="1307125" cy="257373"/>
          </a:xfrm>
          <a:prstGeom prst="roundRect">
            <a:avLst>
              <a:gd name="adj" fmla="val 5000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launch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905001" y="5627642"/>
            <a:ext cx="1430215" cy="1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Lato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Other types of nodes: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Tables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4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92" name="Google Shape;492;p34"/>
          <p:cNvGraphicFramePr/>
          <p:nvPr/>
        </p:nvGraphicFramePr>
        <p:xfrm>
          <a:off x="838199" y="1622853"/>
          <a:ext cx="10515625" cy="3048060"/>
        </p:xfrm>
        <a:graphic>
          <a:graphicData uri="http://schemas.openxmlformats.org/drawingml/2006/table">
            <a:tbl>
              <a:tblPr>
                <a:noFill/>
                <a:tableStyleId>{C784F4EC-CC08-4F2C-AF4B-861F6366EBD4}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Q1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Q2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Q3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Q4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3" name="Google Shape;493;p34"/>
          <p:cNvSpPr txBox="1"/>
          <p:nvPr/>
        </p:nvSpPr>
        <p:spPr>
          <a:xfrm>
            <a:off x="3379822" y="5168626"/>
            <a:ext cx="5946341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67"/>
              <a:buFont typeface="Lato"/>
              <a:buNone/>
            </a:pPr>
            <a:r>
              <a:rPr lang="en-US" sz="1867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For presentations in Japan, use        instead of      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5961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7515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95961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8397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8374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0787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286432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765406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2787332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276369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4254443"/>
            <a:ext cx="35661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PRODUCT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1. MARKETING HIGH-LEVEL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2. FEATURE CALLOUTS (PRESENTATIONS)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3. WITH BULLETS (PRODUCT ROADMAP)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/>
        </p:nvSpPr>
        <p:spPr>
          <a:xfrm>
            <a:off x="823295" y="1340585"/>
            <a:ext cx="2318467" cy="34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4B21A"/>
                </a:solidFill>
                <a:latin typeface="Inter"/>
                <a:ea typeface="Inter"/>
                <a:cs typeface="Inter"/>
                <a:sym typeface="Inter"/>
              </a:rPr>
              <a:t>HIGH 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CFD"/>
              </a:buClr>
              <a:buSzPts val="3200"/>
              <a:buFont typeface="Lato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3200" b="1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Short description stick to 2-3 lines</a:t>
            </a:r>
            <a:b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lorem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There should be </a:t>
            </a:r>
            <a:b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no bullets on these slides</a:t>
            </a:r>
            <a:endParaRPr sz="1600" b="0" i="0" u="none" strike="noStrike" cap="none">
              <a:solidFill>
                <a:srgbClr val="EC36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6" name="Google Shape;526;p36" descr="Group 158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3169" y="814538"/>
            <a:ext cx="8281631" cy="469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6" descr="Picture 8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295" y="4390729"/>
            <a:ext cx="235962" cy="23596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0" y="-6543"/>
            <a:ext cx="3783724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Marketing high-level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Use the marketing images for products rather than a product screenshot</a:t>
            </a:r>
            <a:endParaRPr sz="1400" b="0" i="0" u="none" strike="noStrike" cap="none">
              <a:solidFill>
                <a:srgbClr val="7676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76444"/>
            <a:ext cx="7150101" cy="4468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35" name="Google Shape;535;p37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</a:t>
            </a: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823295" y="1340585"/>
            <a:ext cx="2318467" cy="296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BASIC ROADMAP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5669682" y="2550643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9" name="Google Shape;539;p37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7"/>
          <p:cNvSpPr txBox="1"/>
          <p:nvPr/>
        </p:nvSpPr>
        <p:spPr>
          <a:xfrm>
            <a:off x="5309" y="-6630"/>
            <a:ext cx="3944890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  With bullets (Product Roadmap)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These slides are meant for the product roadmap only.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8" descr="Window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66800"/>
            <a:ext cx="7150101" cy="44688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46" name="Google Shape;546;p38"/>
          <p:cNvSpPr txBox="1"/>
          <p:nvPr/>
        </p:nvSpPr>
        <p:spPr>
          <a:xfrm>
            <a:off x="1440486" y="3274752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7" name="Google Shape;547;p38" descr="CA 1"/>
          <p:cNvPicPr preferRelativeResize="0"/>
          <p:nvPr/>
        </p:nvPicPr>
        <p:blipFill rotWithShape="1">
          <a:blip r:embed="rId4">
            <a:alphaModFix amt="0"/>
          </a:blip>
          <a:srcRect/>
          <a:stretch/>
        </p:blipFill>
        <p:spPr>
          <a:xfrm>
            <a:off x="5439395" y="1750516"/>
            <a:ext cx="3756026" cy="175914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75" y="0"/>
                </a:moveTo>
                <a:cubicBezTo>
                  <a:pt x="619" y="0"/>
                  <a:pt x="464" y="1"/>
                  <a:pt x="362" y="93"/>
                </a:cubicBezTo>
                <a:cubicBezTo>
                  <a:pt x="214" y="208"/>
                  <a:pt x="97" y="456"/>
                  <a:pt x="43" y="772"/>
                </a:cubicBezTo>
                <a:cubicBezTo>
                  <a:pt x="0" y="992"/>
                  <a:pt x="0" y="1321"/>
                  <a:pt x="0" y="1869"/>
                </a:cubicBezTo>
                <a:lnTo>
                  <a:pt x="0" y="19731"/>
                </a:lnTo>
                <a:cubicBezTo>
                  <a:pt x="0" y="20279"/>
                  <a:pt x="0" y="20608"/>
                  <a:pt x="43" y="20828"/>
                </a:cubicBezTo>
                <a:cubicBezTo>
                  <a:pt x="97" y="21144"/>
                  <a:pt x="214" y="21392"/>
                  <a:pt x="362" y="21507"/>
                </a:cubicBezTo>
                <a:cubicBezTo>
                  <a:pt x="464" y="21599"/>
                  <a:pt x="619" y="21600"/>
                  <a:pt x="875" y="21600"/>
                </a:cubicBezTo>
                <a:lnTo>
                  <a:pt x="20725" y="21600"/>
                </a:lnTo>
                <a:cubicBezTo>
                  <a:pt x="20981" y="21600"/>
                  <a:pt x="21136" y="21599"/>
                  <a:pt x="21238" y="21507"/>
                </a:cubicBezTo>
                <a:cubicBezTo>
                  <a:pt x="21386" y="21392"/>
                  <a:pt x="21503" y="21144"/>
                  <a:pt x="21557" y="20828"/>
                </a:cubicBezTo>
                <a:cubicBezTo>
                  <a:pt x="21600" y="20608"/>
                  <a:pt x="21600" y="20279"/>
                  <a:pt x="21600" y="19731"/>
                </a:cubicBezTo>
                <a:lnTo>
                  <a:pt x="21600" y="1869"/>
                </a:lnTo>
                <a:cubicBezTo>
                  <a:pt x="21600" y="1321"/>
                  <a:pt x="21600" y="992"/>
                  <a:pt x="21557" y="772"/>
                </a:cubicBezTo>
                <a:cubicBezTo>
                  <a:pt x="21503" y="456"/>
                  <a:pt x="21386" y="208"/>
                  <a:pt x="21238" y="93"/>
                </a:cubicBezTo>
                <a:cubicBezTo>
                  <a:pt x="21136" y="1"/>
                  <a:pt x="20981" y="0"/>
                  <a:pt x="20725" y="0"/>
                </a:cubicBezTo>
                <a:lnTo>
                  <a:pt x="875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8" name="Google Shape;548;p38" descr="Window 1"/>
          <p:cNvPicPr preferRelativeResize="0"/>
          <p:nvPr/>
        </p:nvPicPr>
        <p:blipFill rotWithShape="1">
          <a:blip r:embed="rId5">
            <a:alphaModFix amt="0"/>
          </a:blip>
          <a:srcRect/>
          <a:stretch/>
        </p:blipFill>
        <p:spPr>
          <a:xfrm>
            <a:off x="5448672" y="3612158"/>
            <a:ext cx="3724077" cy="1781970"/>
          </a:xfrm>
          <a:custGeom>
            <a:avLst/>
            <a:gdLst/>
            <a:ahLst/>
            <a:cxnLst/>
            <a:rect l="l" t="t" r="r" b="b"/>
            <a:pathLst>
              <a:path w="21599" h="21599" extrusionOk="0">
                <a:moveTo>
                  <a:pt x="851" y="0"/>
                </a:moveTo>
                <a:cubicBezTo>
                  <a:pt x="601" y="0"/>
                  <a:pt x="451" y="-1"/>
                  <a:pt x="351" y="86"/>
                </a:cubicBezTo>
                <a:cubicBezTo>
                  <a:pt x="207" y="196"/>
                  <a:pt x="94" y="432"/>
                  <a:pt x="42" y="733"/>
                </a:cubicBezTo>
                <a:cubicBezTo>
                  <a:pt x="0" y="942"/>
                  <a:pt x="0" y="1255"/>
                  <a:pt x="0" y="1777"/>
                </a:cubicBezTo>
                <a:lnTo>
                  <a:pt x="0" y="19819"/>
                </a:lnTo>
                <a:cubicBezTo>
                  <a:pt x="0" y="20341"/>
                  <a:pt x="0" y="20654"/>
                  <a:pt x="42" y="20863"/>
                </a:cubicBezTo>
                <a:cubicBezTo>
                  <a:pt x="94" y="21164"/>
                  <a:pt x="207" y="21400"/>
                  <a:pt x="351" y="21510"/>
                </a:cubicBezTo>
                <a:cubicBezTo>
                  <a:pt x="451" y="21597"/>
                  <a:pt x="601" y="21599"/>
                  <a:pt x="851" y="21599"/>
                </a:cubicBezTo>
                <a:lnTo>
                  <a:pt x="20749" y="21599"/>
                </a:lnTo>
                <a:cubicBezTo>
                  <a:pt x="20999" y="21599"/>
                  <a:pt x="21149" y="21597"/>
                  <a:pt x="21249" y="21510"/>
                </a:cubicBezTo>
                <a:cubicBezTo>
                  <a:pt x="21393" y="21400"/>
                  <a:pt x="21506" y="21164"/>
                  <a:pt x="21558" y="20863"/>
                </a:cubicBezTo>
                <a:cubicBezTo>
                  <a:pt x="21600" y="20654"/>
                  <a:pt x="21600" y="20341"/>
                  <a:pt x="21600" y="19819"/>
                </a:cubicBezTo>
                <a:lnTo>
                  <a:pt x="21600" y="1777"/>
                </a:lnTo>
                <a:cubicBezTo>
                  <a:pt x="21600" y="1255"/>
                  <a:pt x="21600" y="942"/>
                  <a:pt x="21558" y="733"/>
                </a:cubicBezTo>
                <a:cubicBezTo>
                  <a:pt x="21506" y="432"/>
                  <a:pt x="21393" y="196"/>
                  <a:pt x="21249" y="86"/>
                </a:cubicBezTo>
                <a:cubicBezTo>
                  <a:pt x="21149" y="-1"/>
                  <a:pt x="20999" y="0"/>
                  <a:pt x="20749" y="0"/>
                </a:cubicBezTo>
                <a:lnTo>
                  <a:pt x="851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38"/>
          <p:cNvSpPr/>
          <p:nvPr/>
        </p:nvSpPr>
        <p:spPr>
          <a:xfrm>
            <a:off x="3866862" y="2554288"/>
            <a:ext cx="1572534" cy="8420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9622" y="21600"/>
                </a:lnTo>
                <a:lnTo>
                  <a:pt x="9565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3876139" y="4079579"/>
            <a:ext cx="1572534" cy="3981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7910" y="21600"/>
                </a:lnTo>
                <a:lnTo>
                  <a:pt x="7853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823295" y="1340585"/>
            <a:ext cx="2318467" cy="117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FEATURES CALLED OUT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8"/>
          <p:cNvSpPr txBox="1"/>
          <p:nvPr/>
        </p:nvSpPr>
        <p:spPr>
          <a:xfrm>
            <a:off x="1440486" y="4356066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5304110" y="1869882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0" y="-114264"/>
            <a:ext cx="3944890" cy="9130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142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Features called outs (Keynote presentations)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349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For keynote presentations we need to keep text to a minimum. Please use call outs instead of bullets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39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62" name="Google Shape;562;p39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39"/>
          <p:cNvSpPr txBox="1"/>
          <p:nvPr/>
        </p:nvSpPr>
        <p:spPr>
          <a:xfrm>
            <a:off x="823295" y="1340585"/>
            <a:ext cx="2318467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Mobile products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1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9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39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3794" y="874581"/>
            <a:ext cx="3621966" cy="779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0278" y="1137510"/>
            <a:ext cx="3276205" cy="7283451"/>
          </a:xfrm>
          <a:prstGeom prst="roundRect">
            <a:avLst>
              <a:gd name="adj" fmla="val 5473"/>
            </a:avLst>
          </a:prstGeom>
          <a:noFill/>
          <a:ln>
            <a:noFill/>
          </a:ln>
        </p:spPr>
      </p:pic>
      <p:pic>
        <p:nvPicPr>
          <p:cNvPr id="567" name="Google Shape;567;p3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18682" y="1242720"/>
            <a:ext cx="159453" cy="159499"/>
          </a:xfrm>
          <a:custGeom>
            <a:avLst/>
            <a:gdLst/>
            <a:ahLst/>
            <a:cxnLst/>
            <a:rect l="l" t="t" r="r" b="b"/>
            <a:pathLst>
              <a:path w="19677" h="20594" extrusionOk="0">
                <a:moveTo>
                  <a:pt x="9839" y="0"/>
                </a:moveTo>
                <a:cubicBezTo>
                  <a:pt x="7319" y="0"/>
                  <a:pt x="4807" y="1012"/>
                  <a:pt x="2884" y="3023"/>
                </a:cubicBezTo>
                <a:cubicBezTo>
                  <a:pt x="-961" y="7047"/>
                  <a:pt x="-961" y="13553"/>
                  <a:pt x="2884" y="17577"/>
                </a:cubicBezTo>
                <a:cubicBezTo>
                  <a:pt x="6730" y="21600"/>
                  <a:pt x="12948" y="21600"/>
                  <a:pt x="16794" y="17577"/>
                </a:cubicBezTo>
                <a:cubicBezTo>
                  <a:pt x="20639" y="13553"/>
                  <a:pt x="20639" y="7047"/>
                  <a:pt x="16794" y="3023"/>
                </a:cubicBezTo>
                <a:cubicBezTo>
                  <a:pt x="14871" y="1012"/>
                  <a:pt x="12359" y="0"/>
                  <a:pt x="983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568" name="Google Shape;568;p39" descr="iPhone 14 Pro - Space Black - Portraita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8376" y="874581"/>
            <a:ext cx="3878805" cy="786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9"/>
          <p:cNvPicPr preferRelativeResize="0"/>
          <p:nvPr/>
        </p:nvPicPr>
        <p:blipFill rotWithShape="1">
          <a:blip r:embed="rId7">
            <a:alphaModFix/>
          </a:blip>
          <a:srcRect l="162" r="160"/>
          <a:stretch/>
        </p:blipFill>
        <p:spPr>
          <a:xfrm>
            <a:off x="3910179" y="1111851"/>
            <a:ext cx="3421261" cy="7419712"/>
          </a:xfrm>
          <a:prstGeom prst="roundRect">
            <a:avLst>
              <a:gd name="adj" fmla="val 13380"/>
            </a:avLst>
          </a:prstGeom>
          <a:noFill/>
          <a:ln>
            <a:noFill/>
          </a:ln>
        </p:spPr>
      </p:pic>
      <p:pic>
        <p:nvPicPr>
          <p:cNvPr id="570" name="Google Shape;570;p39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3409" y="1201931"/>
            <a:ext cx="1092378" cy="32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CUSTOMERS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LOGO AND IMAGE ONLY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USE CASES AND IMAGE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STATS AND IMAGE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CUSTOMER 3-UP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1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41"/>
          <p:cNvGrpSpPr/>
          <p:nvPr/>
        </p:nvGrpSpPr>
        <p:grpSpPr>
          <a:xfrm>
            <a:off x="0" y="0"/>
            <a:ext cx="5743575" cy="6858000"/>
            <a:chOff x="0" y="0"/>
            <a:chExt cx="5743575" cy="6858000"/>
          </a:xfrm>
        </p:grpSpPr>
        <p:pic>
          <p:nvPicPr>
            <p:cNvPr id="582" name="Google Shape;582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743575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1"/>
            <p:cNvSpPr/>
            <p:nvPr/>
          </p:nvSpPr>
          <p:spPr>
            <a:xfrm>
              <a:off x="476281" y="2286690"/>
              <a:ext cx="4602073" cy="2284620"/>
            </a:xfrm>
            <a:prstGeom prst="roundRect">
              <a:avLst>
                <a:gd name="adj" fmla="val 8431"/>
              </a:avLst>
            </a:prstGeom>
            <a:solidFill>
              <a:srgbClr val="FFFFFF"/>
            </a:solidFill>
            <a:ln>
              <a:noFill/>
            </a:ln>
            <a:effectLst>
              <a:outerShdw blurRad="469900" dist="215900" dir="4765249" rotWithShape="0">
                <a:srgbClr val="000000">
                  <a:alpha val="35294"/>
                </a:srgbClr>
              </a:outerShdw>
            </a:effectLst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84" name="Google Shape;584;p41" descr="Logo_NIKE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3825" y="2896557"/>
            <a:ext cx="2847001" cy="101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2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2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42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711750"/>
            <a:ext cx="923925" cy="3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2"/>
          <p:cNvSpPr txBox="1"/>
          <p:nvPr/>
        </p:nvSpPr>
        <p:spPr>
          <a:xfrm>
            <a:off x="477186" y="1404656"/>
            <a:ext cx="4118259" cy="646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Agency and partner collaboration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Marketing workflows with external agencies are streamlined for secure collaboration on Illustrator, Photoshop and other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Marketing launch support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marketing teams launched marketing campaigns faster with easier review, approval, and task assignment across agencies, legal, and clients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Design and R&amp;D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protected proprietary files with granular access permissions and watermarking capabilities, so only approved collaborators could view, download, or edit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Potential losses of millions of dollars in revenue were avoided by watermarking product designs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Financial forecasting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Financial teams are now able to collaborate in real-time 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on forecasts by leveraging version history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43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3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1" name="Google Shape;601;p43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2854" y="711750"/>
            <a:ext cx="1258728" cy="446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 txBox="1"/>
          <p:nvPr/>
        </p:nvSpPr>
        <p:spPr>
          <a:xfrm>
            <a:off x="1068068" y="2381759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43"/>
          <p:cNvSpPr txBox="1"/>
          <p:nvPr/>
        </p:nvSpPr>
        <p:spPr>
          <a:xfrm>
            <a:off x="1115955" y="1251966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1068068" y="4592596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1115955" y="3462803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806757" y="5632969"/>
            <a:ext cx="3410922" cy="46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467368" y="3911872"/>
            <a:ext cx="3634956" cy="2311114"/>
          </a:xfrm>
          <a:custGeom>
            <a:avLst/>
            <a:gdLst/>
            <a:ahLst/>
            <a:cxnLst/>
            <a:rect l="l" t="t" r="r" b="b"/>
            <a:pathLst>
              <a:path w="3634956" h="2311114" extrusionOk="0">
                <a:moveTo>
                  <a:pt x="0" y="0"/>
                </a:moveTo>
                <a:lnTo>
                  <a:pt x="3634956" y="0"/>
                </a:lnTo>
                <a:lnTo>
                  <a:pt x="3634956" y="2043036"/>
                </a:lnTo>
                <a:cubicBezTo>
                  <a:pt x="3634956" y="2191091"/>
                  <a:pt x="3514933" y="2311114"/>
                  <a:pt x="3366878" y="2311114"/>
                </a:cubicBezTo>
                <a:lnTo>
                  <a:pt x="268078" y="2311114"/>
                </a:lnTo>
                <a:cubicBezTo>
                  <a:pt x="120023" y="2311114"/>
                  <a:pt x="0" y="2191091"/>
                  <a:pt x="0" y="20430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44"/>
          <p:cNvSpPr txBox="1"/>
          <p:nvPr/>
        </p:nvSpPr>
        <p:spPr>
          <a:xfrm>
            <a:off x="720906" y="4998269"/>
            <a:ext cx="3111500" cy="83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Reduced risk of data leaks and loss of millions of dollars in revenue by protecting proprietary product designs​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44" descr="Swoosh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00" y="4347961"/>
            <a:ext cx="1121810" cy="39920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4"/>
          <p:cNvSpPr/>
          <p:nvPr/>
        </p:nvSpPr>
        <p:spPr>
          <a:xfrm>
            <a:off x="4284400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4550830" y="5019236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Digitized client experiences and simplified advisor workflows across </a:t>
            </a:r>
            <a:b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the full wealth management division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5360" y="4312793"/>
            <a:ext cx="2522440" cy="6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/>
          <p:nvPr/>
        </p:nvSpPr>
        <p:spPr>
          <a:xfrm>
            <a:off x="8091636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9" name="Google Shape;61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3843" y="4449492"/>
            <a:ext cx="2389109" cy="3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4"/>
          <p:cNvSpPr txBox="1"/>
          <p:nvPr/>
        </p:nvSpPr>
        <p:spPr>
          <a:xfrm>
            <a:off x="8359594" y="5019235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Saved $10 million by eliminating content silos and reinventing critical product and vendor workflows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1" name="Google Shape;62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204" y="637046"/>
            <a:ext cx="3639312" cy="3276797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2" name="Google Shape;62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2236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3" name="Google Shape;623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472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CLOSING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TAKEAWAY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THANK YOU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Q&amp;A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CTA/Summary/Take away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4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6" name="Google Shape;636;p46"/>
          <p:cNvSpPr txBox="1"/>
          <p:nvPr/>
        </p:nvSpPr>
        <p:spPr>
          <a:xfrm>
            <a:off x="736175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46"/>
          <p:cNvSpPr txBox="1"/>
          <p:nvPr/>
        </p:nvSpPr>
        <p:spPr>
          <a:xfrm>
            <a:off x="4413250" y="1995519"/>
            <a:ext cx="3365500" cy="14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46"/>
          <p:cNvSpPr txBox="1"/>
          <p:nvPr/>
        </p:nvSpPr>
        <p:spPr>
          <a:xfrm>
            <a:off x="8089932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ato"/>
              <a:buNone/>
            </a:pPr>
            <a:r>
              <a:rPr lang="en-US" sz="7200" b="1">
                <a:latin typeface="Inter"/>
                <a:ea typeface="Inter"/>
                <a:cs typeface="Inter"/>
                <a:sym typeface="Inter"/>
              </a:rPr>
              <a:t>Thank you</a:t>
            </a:r>
            <a:br>
              <a:rPr lang="en-US" sz="7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1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@speaker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URL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+1 415 344 2645</a:t>
            </a:r>
            <a:br>
              <a:rPr lang="en-US" sz="18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48"/>
          <p:cNvGrpSpPr/>
          <p:nvPr/>
        </p:nvGrpSpPr>
        <p:grpSpPr>
          <a:xfrm>
            <a:off x="6713035" y="3999727"/>
            <a:ext cx="3323064" cy="702527"/>
            <a:chOff x="6713035" y="3999727"/>
            <a:chExt cx="3323064" cy="702527"/>
          </a:xfrm>
        </p:grpSpPr>
        <p:sp>
          <p:nvSpPr>
            <p:cNvPr id="649" name="Google Shape;649;p48"/>
            <p:cNvSpPr/>
            <p:nvPr/>
          </p:nvSpPr>
          <p:spPr>
            <a:xfrm>
              <a:off x="6713035" y="3999727"/>
              <a:ext cx="3323064" cy="702527"/>
            </a:xfrm>
            <a:prstGeom prst="roundRect">
              <a:avLst>
                <a:gd name="adj" fmla="val 16667"/>
              </a:avLst>
            </a:prstGeom>
            <a:solidFill>
              <a:srgbClr val="39AB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50" name="Google Shape;650;p48" descr="Brandfetch | Slido Logos &amp; Brand Asse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31982" y="4189735"/>
              <a:ext cx="962722" cy="322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48"/>
            <p:cNvSpPr/>
            <p:nvPr/>
          </p:nvSpPr>
          <p:spPr>
            <a:xfrm>
              <a:off x="7913651" y="4100089"/>
              <a:ext cx="2047767" cy="5045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2" name="Google Shape;652;p48"/>
            <p:cNvSpPr txBox="1"/>
            <p:nvPr/>
          </p:nvSpPr>
          <p:spPr>
            <a:xfrm>
              <a:off x="7993379" y="4167702"/>
              <a:ext cx="1864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635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XXXXX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3" name="Google Shape;653;p48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Q&amp;A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2141035" y="3999727"/>
            <a:ext cx="3323064" cy="702527"/>
          </a:xfrm>
          <a:prstGeom prst="roundRect">
            <a:avLst>
              <a:gd name="adj" fmla="val 16667"/>
            </a:avLst>
          </a:prstGeom>
          <a:solidFill>
            <a:srgbClr val="4A15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508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5" name="Google Shape;655;p48" descr="slack&quot; Icon - Download for free – Icondu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034" y="3999727"/>
            <a:ext cx="702527" cy="70252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2923289" y="4142915"/>
            <a:ext cx="1864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-US"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XXXXX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9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ASSET LIBRARY</a:t>
            </a:r>
            <a:endParaRPr sz="2800" b="0">
              <a:solidFill>
                <a:srgbClr val="0061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Box logo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5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536062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50"/>
          <p:cNvSpPr/>
          <p:nvPr/>
        </p:nvSpPr>
        <p:spPr>
          <a:xfrm>
            <a:off x="6211185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300" y="196997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3423" y="199101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2780" y="4619178"/>
            <a:ext cx="1206440" cy="119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1"/>
          <p:cNvSpPr/>
          <p:nvPr/>
        </p:nvSpPr>
        <p:spPr>
          <a:xfrm>
            <a:off x="711533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3CF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51"/>
          <p:cNvSpPr/>
          <p:nvPr/>
        </p:nvSpPr>
        <p:spPr>
          <a:xfrm>
            <a:off x="346369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CCD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622482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CB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5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51"/>
          <p:cNvSpPr/>
          <p:nvPr/>
        </p:nvSpPr>
        <p:spPr>
          <a:xfrm>
            <a:off x="8981093" y="3033926"/>
            <a:ext cx="2560320" cy="1244149"/>
          </a:xfrm>
          <a:prstGeom prst="roundRect">
            <a:avLst>
              <a:gd name="adj" fmla="val 12490"/>
            </a:avLst>
          </a:prstGeom>
          <a:solidFill>
            <a:srgbClr val="FFFFFF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51"/>
          <p:cNvSpPr/>
          <p:nvPr/>
        </p:nvSpPr>
        <p:spPr>
          <a:xfrm>
            <a:off x="8981093" y="1626138"/>
            <a:ext cx="2560320" cy="1332475"/>
          </a:xfrm>
          <a:prstGeom prst="roundRect">
            <a:avLst>
              <a:gd name="adj" fmla="val 1249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51"/>
          <p:cNvSpPr txBox="1"/>
          <p:nvPr/>
        </p:nvSpPr>
        <p:spPr>
          <a:xfrm>
            <a:off x="495300" y="6323856"/>
            <a:ext cx="715694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*Indicates color is suitable for text over a white background</a:t>
            </a:r>
            <a:endParaRPr/>
          </a:p>
        </p:txBody>
      </p:sp>
      <p:sp>
        <p:nvSpPr>
          <p:cNvPr id="685" name="Google Shape;685;p51"/>
          <p:cNvSpPr/>
          <p:nvPr/>
        </p:nvSpPr>
        <p:spPr>
          <a:xfrm>
            <a:off x="7107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51"/>
          <p:cNvSpPr txBox="1"/>
          <p:nvPr/>
        </p:nvSpPr>
        <p:spPr>
          <a:xfrm>
            <a:off x="827438" y="1710321"/>
            <a:ext cx="86433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Blue*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25117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>
            <a:off x="710719" y="2935294"/>
            <a:ext cx="2560320" cy="429638"/>
          </a:xfrm>
          <a:prstGeom prst="rect">
            <a:avLst/>
          </a:prstGeom>
          <a:solidFill>
            <a:srgbClr val="338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51"/>
          <p:cNvSpPr txBox="1"/>
          <p:nvPr/>
        </p:nvSpPr>
        <p:spPr>
          <a:xfrm>
            <a:off x="2500569" y="3099729"/>
            <a:ext cx="7136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#3381DD</a:t>
            </a:r>
            <a:endParaRPr/>
          </a:p>
        </p:txBody>
      </p:sp>
      <p:sp>
        <p:nvSpPr>
          <p:cNvPr id="690" name="Google Shape;690;p51"/>
          <p:cNvSpPr txBox="1"/>
          <p:nvPr/>
        </p:nvSpPr>
        <p:spPr>
          <a:xfrm>
            <a:off x="827438" y="3096225"/>
            <a:ext cx="8675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 80</a:t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>
            <a:off x="710719" y="3364933"/>
            <a:ext cx="2560320" cy="429638"/>
          </a:xfrm>
          <a:prstGeom prst="rect">
            <a:avLst/>
          </a:prstGeom>
          <a:solidFill>
            <a:srgbClr val="7FB0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51"/>
          <p:cNvSpPr txBox="1"/>
          <p:nvPr/>
        </p:nvSpPr>
        <p:spPr>
          <a:xfrm>
            <a:off x="2498967" y="3529367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#7FB0EA</a:t>
            </a:r>
            <a:endParaRPr/>
          </a:p>
        </p:txBody>
      </p:sp>
      <p:sp>
        <p:nvSpPr>
          <p:cNvPr id="693" name="Google Shape;693;p51"/>
          <p:cNvSpPr txBox="1"/>
          <p:nvPr/>
        </p:nvSpPr>
        <p:spPr>
          <a:xfrm>
            <a:off x="827438" y="3525863"/>
            <a:ext cx="86594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50</a:t>
            </a:r>
            <a:endParaRPr/>
          </a:p>
        </p:txBody>
      </p:sp>
      <p:sp>
        <p:nvSpPr>
          <p:cNvPr id="694" name="Google Shape;694;p51"/>
          <p:cNvSpPr txBox="1"/>
          <p:nvPr/>
        </p:nvSpPr>
        <p:spPr>
          <a:xfrm>
            <a:off x="2498967" y="3959006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#B2CFF7</a:t>
            </a:r>
            <a:endParaRPr/>
          </a:p>
        </p:txBody>
      </p:sp>
      <p:sp>
        <p:nvSpPr>
          <p:cNvPr id="695" name="Google Shape;695;p51"/>
          <p:cNvSpPr txBox="1"/>
          <p:nvPr/>
        </p:nvSpPr>
        <p:spPr>
          <a:xfrm>
            <a:off x="827438" y="3955501"/>
            <a:ext cx="8691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30</a:t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>
            <a:off x="34666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3B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3583338" y="1710321"/>
            <a:ext cx="926857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Dark Blue*</a:t>
            </a:r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52676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3466619" y="2935294"/>
            <a:ext cx="2560320" cy="429638"/>
          </a:xfrm>
          <a:prstGeom prst="rect">
            <a:avLst/>
          </a:prstGeom>
          <a:solidFill>
            <a:srgbClr val="0028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51"/>
          <p:cNvSpPr txBox="1"/>
          <p:nvPr/>
        </p:nvSpPr>
        <p:spPr>
          <a:xfrm>
            <a:off x="5269294" y="3099729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1" name="Google Shape;701;p51"/>
          <p:cNvSpPr txBox="1"/>
          <p:nvPr/>
        </p:nvSpPr>
        <p:spPr>
          <a:xfrm>
            <a:off x="3583338" y="3096225"/>
            <a:ext cx="9509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Midnight Blue</a:t>
            </a:r>
            <a:endParaRPr/>
          </a:p>
        </p:txBody>
      </p:sp>
      <p:sp>
        <p:nvSpPr>
          <p:cNvPr id="702" name="Google Shape;702;p51"/>
          <p:cNvSpPr/>
          <p:nvPr/>
        </p:nvSpPr>
        <p:spPr>
          <a:xfrm>
            <a:off x="3466619" y="3364933"/>
            <a:ext cx="2560320" cy="429638"/>
          </a:xfrm>
          <a:prstGeom prst="rect">
            <a:avLst/>
          </a:prstGeom>
          <a:solidFill>
            <a:srgbClr val="7F9D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51"/>
          <p:cNvSpPr txBox="1"/>
          <p:nvPr/>
        </p:nvSpPr>
        <p:spPr>
          <a:xfrm>
            <a:off x="5269294" y="3529367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4" name="Google Shape;704;p51"/>
          <p:cNvSpPr txBox="1"/>
          <p:nvPr/>
        </p:nvSpPr>
        <p:spPr>
          <a:xfrm>
            <a:off x="3583338" y="3525863"/>
            <a:ext cx="9092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50</a:t>
            </a:r>
            <a:endParaRPr/>
          </a:p>
        </p:txBody>
      </p:sp>
      <p:sp>
        <p:nvSpPr>
          <p:cNvPr id="705" name="Google Shape;705;p51"/>
          <p:cNvSpPr txBox="1"/>
          <p:nvPr/>
        </p:nvSpPr>
        <p:spPr>
          <a:xfrm>
            <a:off x="5209983" y="3959006"/>
            <a:ext cx="7601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#CCD8E6</a:t>
            </a:r>
            <a:endParaRPr/>
          </a:p>
        </p:txBody>
      </p:sp>
      <p:sp>
        <p:nvSpPr>
          <p:cNvPr id="706" name="Google Shape;706;p51"/>
          <p:cNvSpPr txBox="1"/>
          <p:nvPr/>
        </p:nvSpPr>
        <p:spPr>
          <a:xfrm>
            <a:off x="3583338" y="3955501"/>
            <a:ext cx="9076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20</a:t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6225193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6341912" y="1710321"/>
            <a:ext cx="89319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Gray*</a:t>
            </a:r>
            <a:endParaRPr/>
          </a:p>
        </p:txBody>
      </p:sp>
      <p:sp>
        <p:nvSpPr>
          <p:cNvPr id="709" name="Google Shape;709;p51"/>
          <p:cNvSpPr txBox="1"/>
          <p:nvPr/>
        </p:nvSpPr>
        <p:spPr>
          <a:xfrm>
            <a:off x="8034279" y="2661986"/>
            <a:ext cx="6944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6225193" y="2935294"/>
            <a:ext cx="2560320" cy="42963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51"/>
          <p:cNvSpPr txBox="1"/>
          <p:nvPr/>
        </p:nvSpPr>
        <p:spPr>
          <a:xfrm>
            <a:off x="8010235" y="3099729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12" name="Google Shape;712;p51"/>
          <p:cNvSpPr txBox="1"/>
          <p:nvPr/>
        </p:nvSpPr>
        <p:spPr>
          <a:xfrm>
            <a:off x="6341912" y="3096225"/>
            <a:ext cx="8867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 80</a:t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6225193" y="3364933"/>
            <a:ext cx="2560320" cy="42963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51"/>
          <p:cNvSpPr txBox="1"/>
          <p:nvPr/>
        </p:nvSpPr>
        <p:spPr>
          <a:xfrm>
            <a:off x="8005426" y="3529367"/>
            <a:ext cx="7232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#909090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6341912" y="3525863"/>
            <a:ext cx="8851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50</a:t>
            </a:r>
            <a:endParaRPr/>
          </a:p>
        </p:txBody>
      </p:sp>
      <p:sp>
        <p:nvSpPr>
          <p:cNvPr id="716" name="Google Shape;716;p51"/>
          <p:cNvSpPr txBox="1"/>
          <p:nvPr/>
        </p:nvSpPr>
        <p:spPr>
          <a:xfrm>
            <a:off x="7942909" y="3959006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#BCBCBC</a:t>
            </a:r>
            <a:endParaRPr/>
          </a:p>
        </p:txBody>
      </p:sp>
      <p:sp>
        <p:nvSpPr>
          <p:cNvPr id="717" name="Google Shape;717;p51"/>
          <p:cNvSpPr txBox="1"/>
          <p:nvPr/>
        </p:nvSpPr>
        <p:spPr>
          <a:xfrm>
            <a:off x="6341912" y="3955501"/>
            <a:ext cx="8883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30</a:t>
            </a:r>
            <a:endParaRPr/>
          </a:p>
        </p:txBody>
      </p:sp>
      <p:sp>
        <p:nvSpPr>
          <p:cNvPr id="718" name="Google Shape;718;p51"/>
          <p:cNvSpPr txBox="1"/>
          <p:nvPr/>
        </p:nvSpPr>
        <p:spPr>
          <a:xfrm>
            <a:off x="9097812" y="1706005"/>
            <a:ext cx="566181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Black</a:t>
            </a:r>
            <a:endParaRPr/>
          </a:p>
        </p:txBody>
      </p:sp>
      <p:sp>
        <p:nvSpPr>
          <p:cNvPr id="719" name="Google Shape;719;p51"/>
          <p:cNvSpPr txBox="1"/>
          <p:nvPr/>
        </p:nvSpPr>
        <p:spPr>
          <a:xfrm>
            <a:off x="10710145" y="2599316"/>
            <a:ext cx="7328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  <a:endParaRPr/>
          </a:p>
        </p:txBody>
      </p:sp>
      <p:sp>
        <p:nvSpPr>
          <p:cNvPr id="720" name="Google Shape;720;p51"/>
          <p:cNvSpPr txBox="1"/>
          <p:nvPr/>
        </p:nvSpPr>
        <p:spPr>
          <a:xfrm>
            <a:off x="10758236" y="3984773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21" name="Google Shape;721;p51"/>
          <p:cNvSpPr txBox="1"/>
          <p:nvPr/>
        </p:nvSpPr>
        <p:spPr>
          <a:xfrm>
            <a:off x="9097812" y="316073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cxnSp>
        <p:nvCxnSpPr>
          <p:cNvPr id="723" name="Google Shape;723;p51"/>
          <p:cNvCxnSpPr/>
          <p:nvPr/>
        </p:nvCxnSpPr>
        <p:spPr>
          <a:xfrm>
            <a:off x="495300" y="4439737"/>
            <a:ext cx="11364191" cy="0"/>
          </a:xfrm>
          <a:prstGeom prst="straightConnector1">
            <a:avLst/>
          </a:prstGeom>
          <a:noFill/>
          <a:ln w="12700" cap="flat" cmpd="sng">
            <a:solidFill>
              <a:srgbClr val="B3CFF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24" name="Google Shape;724;p51"/>
          <p:cNvSpPr txBox="1"/>
          <p:nvPr/>
        </p:nvSpPr>
        <p:spPr>
          <a:xfrm>
            <a:off x="710719" y="4533455"/>
            <a:ext cx="2082621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Secondary colors</a:t>
            </a:r>
            <a:endParaRPr/>
          </a:p>
        </p:txBody>
      </p:sp>
      <p:sp>
        <p:nvSpPr>
          <p:cNvPr id="725" name="Google Shape;725;p51"/>
          <p:cNvSpPr/>
          <p:nvPr/>
        </p:nvSpPr>
        <p:spPr>
          <a:xfrm>
            <a:off x="710719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51"/>
          <p:cNvSpPr txBox="1"/>
          <p:nvPr/>
        </p:nvSpPr>
        <p:spPr>
          <a:xfrm>
            <a:off x="1566723" y="5326866"/>
            <a:ext cx="1572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Yellow Orange  #F5B31B</a:t>
            </a:r>
            <a:endParaRPr/>
          </a:p>
        </p:txBody>
      </p:sp>
      <p:sp>
        <p:nvSpPr>
          <p:cNvPr id="727" name="Google Shape;727;p51"/>
          <p:cNvSpPr/>
          <p:nvPr/>
        </p:nvSpPr>
        <p:spPr>
          <a:xfrm>
            <a:off x="3467774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51"/>
          <p:cNvSpPr txBox="1"/>
          <p:nvPr/>
        </p:nvSpPr>
        <p:spPr>
          <a:xfrm>
            <a:off x="4904064" y="5326866"/>
            <a:ext cx="9925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  #ED3757</a:t>
            </a:r>
            <a:endParaRPr/>
          </a:p>
        </p:txBody>
      </p:sp>
      <p:sp>
        <p:nvSpPr>
          <p:cNvPr id="729" name="Google Shape;729;p51"/>
          <p:cNvSpPr/>
          <p:nvPr/>
        </p:nvSpPr>
        <p:spPr>
          <a:xfrm>
            <a:off x="6224828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51"/>
          <p:cNvSpPr txBox="1"/>
          <p:nvPr/>
        </p:nvSpPr>
        <p:spPr>
          <a:xfrm>
            <a:off x="7553717" y="5326866"/>
            <a:ext cx="10999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Green  #F5B31B</a:t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>
            <a:off x="8981883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9F3F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51"/>
          <p:cNvSpPr txBox="1"/>
          <p:nvPr/>
        </p:nvSpPr>
        <p:spPr>
          <a:xfrm>
            <a:off x="10272300" y="5326866"/>
            <a:ext cx="11384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Purple  #9F3FED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5960778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4E4E4E"/>
              </a:gs>
              <a:gs pos="81000">
                <a:srgbClr val="222222"/>
              </a:gs>
              <a:gs pos="100000">
                <a:srgbClr val="2222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52"/>
          <p:cNvSpPr/>
          <p:nvPr/>
        </p:nvSpPr>
        <p:spPr>
          <a:xfrm>
            <a:off x="3411236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2486FB"/>
              </a:gs>
              <a:gs pos="100000">
                <a:srgbClr val="005BC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841142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003C84"/>
              </a:gs>
              <a:gs pos="100000">
                <a:srgbClr val="00284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8981093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FFFFFF"/>
              </a:gs>
              <a:gs pos="100000">
                <a:srgbClr val="E5EFF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1042272" y="1773822"/>
            <a:ext cx="114165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Blue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3583338" y="1773822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3583338" y="2048922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#2486FB</a:t>
            </a:r>
            <a:endParaRPr/>
          </a:p>
        </p:txBody>
      </p:sp>
      <p:sp>
        <p:nvSpPr>
          <p:cNvPr id="745" name="Google Shape;745;p52"/>
          <p:cNvSpPr txBox="1"/>
          <p:nvPr/>
        </p:nvSpPr>
        <p:spPr>
          <a:xfrm>
            <a:off x="6106526" y="1773822"/>
            <a:ext cx="81304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6114541" y="2048922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9097812" y="176950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48" name="Google Shape;748;p52"/>
          <p:cNvSpPr txBox="1"/>
          <p:nvPr/>
        </p:nvSpPr>
        <p:spPr>
          <a:xfrm>
            <a:off x="9097812" y="1986251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49" name="Google Shape;749;p52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1085815" y="204892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#003C84</a:t>
            </a:r>
            <a:endParaRPr/>
          </a:p>
        </p:txBody>
      </p:sp>
      <p:sp>
        <p:nvSpPr>
          <p:cNvPr id="751" name="Google Shape;751;p52"/>
          <p:cNvSpPr txBox="1"/>
          <p:nvPr/>
        </p:nvSpPr>
        <p:spPr>
          <a:xfrm>
            <a:off x="1042273" y="5393321"/>
            <a:ext cx="1433406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Midnight Blue</a:t>
            </a:r>
            <a:endParaRPr/>
          </a:p>
        </p:txBody>
      </p:sp>
      <p:sp>
        <p:nvSpPr>
          <p:cNvPr id="752" name="Google Shape;752;p52"/>
          <p:cNvSpPr txBox="1"/>
          <p:nvPr/>
        </p:nvSpPr>
        <p:spPr>
          <a:xfrm>
            <a:off x="1085815" y="5668421"/>
            <a:ext cx="728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#0D2845</a:t>
            </a:r>
            <a:endParaRPr/>
          </a:p>
        </p:txBody>
      </p:sp>
      <p:sp>
        <p:nvSpPr>
          <p:cNvPr id="753" name="Google Shape;753;p52"/>
          <p:cNvSpPr txBox="1"/>
          <p:nvPr/>
        </p:nvSpPr>
        <p:spPr>
          <a:xfrm>
            <a:off x="3583338" y="5357037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54" name="Google Shape;754;p52"/>
          <p:cNvSpPr txBox="1"/>
          <p:nvPr/>
        </p:nvSpPr>
        <p:spPr>
          <a:xfrm>
            <a:off x="3583338" y="5632136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#005BC9</a:t>
            </a:r>
            <a:endParaRPr/>
          </a:p>
        </p:txBody>
      </p:sp>
      <p:sp>
        <p:nvSpPr>
          <p:cNvPr id="755" name="Google Shape;755;p52"/>
          <p:cNvSpPr txBox="1"/>
          <p:nvPr/>
        </p:nvSpPr>
        <p:spPr>
          <a:xfrm>
            <a:off x="6106526" y="5357037"/>
            <a:ext cx="117051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Gray</a:t>
            </a:r>
            <a:endParaRPr/>
          </a:p>
        </p:txBody>
      </p:sp>
      <p:sp>
        <p:nvSpPr>
          <p:cNvPr id="756" name="Google Shape;756;p52"/>
          <p:cNvSpPr txBox="1"/>
          <p:nvPr/>
        </p:nvSpPr>
        <p:spPr>
          <a:xfrm>
            <a:off x="6114542" y="5632136"/>
            <a:ext cx="6944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57" name="Google Shape;757;p52"/>
          <p:cNvSpPr txBox="1"/>
          <p:nvPr/>
        </p:nvSpPr>
        <p:spPr>
          <a:xfrm>
            <a:off x="9097812" y="5361792"/>
            <a:ext cx="96532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10</a:t>
            </a:r>
            <a:endParaRPr/>
          </a:p>
        </p:txBody>
      </p:sp>
      <p:sp>
        <p:nvSpPr>
          <p:cNvPr id="758" name="Google Shape;758;p52"/>
          <p:cNvSpPr txBox="1"/>
          <p:nvPr/>
        </p:nvSpPr>
        <p:spPr>
          <a:xfrm>
            <a:off x="9097812" y="5578537"/>
            <a:ext cx="7072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#E5EFFA</a:t>
            </a:r>
            <a:endParaRPr/>
          </a:p>
        </p:txBody>
      </p:sp>
      <p:sp>
        <p:nvSpPr>
          <p:cNvPr id="759" name="Google Shape;759;p5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5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Gradients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53" descr="Google Shape;77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644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3" descr="Google Shape;77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932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3" descr="Google Shape;77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747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3" descr="Google Shape;777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965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3" descr="Google Shape;778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63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3" descr="Google Shape;779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378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3" descr="Google Shape;780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193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3" descr="Google Shape;781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73019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3" descr="Google Shape;782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5455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3" descr="Google Shape;783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73019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3" descr="Google Shape;785;p3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7301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3" descr="Google Shape;786;p3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31172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3" descr="Google Shape;787;p3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31172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3" descr="Google Shape;788;p3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38245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3" descr="Google Shape;789;p3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9639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3" descr="Google Shape;790;p3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89326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3" descr="Google Shape;791;p3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93117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3" descr="Google Shape;792;p3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89326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3" descr="Google Shape;793;p3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53460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3" descr="Google Shape;794;p33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931172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3" descr="Google Shape;796;p33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233234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3" descr="Google Shape;799;p3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88009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3" descr="Google Shape;800;p3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273019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3" descr="Google Shape;801;p3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589326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3"/>
          <p:cNvSpPr txBox="1"/>
          <p:nvPr/>
        </p:nvSpPr>
        <p:spPr>
          <a:xfrm>
            <a:off x="780866" y="1460832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Folders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780866" y="2259119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Generic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780866" y="3057405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Microsoft Office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760944" y="3855691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Google Workspace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760944" y="4653978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 iWork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760944" y="5452266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Adobe</a:t>
            </a:r>
            <a:endParaRPr/>
          </a:p>
        </p:txBody>
      </p:sp>
      <p:pic>
        <p:nvPicPr>
          <p:cNvPr id="795" name="Google Shape;795;p53" descr="Picture 3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064560" y="3760091"/>
            <a:ext cx="435170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 descr="Picture 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722713" y="3758661"/>
            <a:ext cx="435171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 descr="Picture 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395458" y="3758661"/>
            <a:ext cx="435170" cy="55375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SemiBold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File 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4"/>
          <p:cNvSpPr/>
          <p:nvPr/>
        </p:nvSpPr>
        <p:spPr>
          <a:xfrm>
            <a:off x="1323626" y="2940890"/>
            <a:ext cx="5565733" cy="651354"/>
          </a:xfrm>
          <a:prstGeom prst="roundRect">
            <a:avLst>
              <a:gd name="adj" fmla="val 16667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3441534" y="3670531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54"/>
          <p:cNvSpPr txBox="1"/>
          <p:nvPr/>
        </p:nvSpPr>
        <p:spPr>
          <a:xfrm>
            <a:off x="3441534" y="4151508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54"/>
          <p:cNvSpPr txBox="1"/>
          <p:nvPr/>
        </p:nvSpPr>
        <p:spPr>
          <a:xfrm>
            <a:off x="604702" y="4836311"/>
            <a:ext cx="74346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*In Japan, use the circle or “Maru”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the check mark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8" name="Google Shape;808;p54" descr="Picture 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4244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54" descr="Picture 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4244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4" descr="Picture 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1509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4" descr="Picture 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1509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4" descr="Picture 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0432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4" descr="Picture 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885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4" descr="Picture 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97338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4" descr="Picture 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7338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4" descr="Picture 7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50791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4" descr="Picture 77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50791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4" descr="Picture 7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04244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4" descr="Picture 77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04244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4" descr="Picture 77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57697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4" descr="Picture 77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57697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4" descr="Picture 78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11150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4" descr="Picture 78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11150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4" descr="Picture 784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264603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4" descr="Picture 78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64603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4" descr="Picture 78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818056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4" descr="Picture 79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818056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4" descr="Picture 792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371509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4" descr="Picture 794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71509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4" descr="Picture 79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390432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4" descr="Picture 80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43885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4" descr="Picture 80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390432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4" descr="Picture 80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390432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4" descr="Picture 854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299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4" descr="Picture 8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03299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 descr="Picture 8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818056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 descr="Picture 8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264603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 descr="Picture 862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818056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 descr="Picture 864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264603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4" descr="Picture 86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94388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4" descr="Picture 86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94388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4" descr="Picture 87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711150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 descr="Picture 872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4711150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4" descr="Picture 874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157697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4" descr="Picture 173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4157697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 descr="Picture 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8244995" y="2074591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4" descr="Picture 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244995" y="2548048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54" descr="Picture 62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244995" y="3021506"/>
            <a:ext cx="278069" cy="278069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4"/>
          <p:cNvSpPr txBox="1"/>
          <p:nvPr/>
        </p:nvSpPr>
        <p:spPr>
          <a:xfrm>
            <a:off x="8520117" y="2040652"/>
            <a:ext cx="63470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Analyze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50" name="Google Shape;850;p54"/>
          <p:cNvCxnSpPr>
            <a:stCxn id="846" idx="2"/>
          </p:cNvCxnSpPr>
          <p:nvPr/>
        </p:nvCxnSpPr>
        <p:spPr>
          <a:xfrm>
            <a:off x="8384030" y="2352660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51" name="Google Shape;851;p54"/>
          <p:cNvCxnSpPr>
            <a:stCxn id="847" idx="2"/>
          </p:cNvCxnSpPr>
          <p:nvPr/>
        </p:nvCxnSpPr>
        <p:spPr>
          <a:xfrm>
            <a:off x="8384030" y="2826117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852" name="Google Shape;852;p54"/>
          <p:cNvSpPr/>
          <p:nvPr/>
        </p:nvSpPr>
        <p:spPr>
          <a:xfrm>
            <a:off x="8202018" y="3558505"/>
            <a:ext cx="3166800" cy="1154455"/>
          </a:xfrm>
          <a:prstGeom prst="roundRect">
            <a:avLst>
              <a:gd name="adj" fmla="val 16272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8610345" y="3620820"/>
            <a:ext cx="292118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Insights</a:t>
            </a:r>
            <a:b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more effective </a:t>
            </a:r>
            <a:b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management policies through greater insight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4" name="Google Shape;854;p54" descr="Picture 79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244995" y="3599470"/>
            <a:ext cx="275122" cy="2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4"/>
          <p:cNvSpPr txBox="1"/>
          <p:nvPr/>
        </p:nvSpPr>
        <p:spPr>
          <a:xfrm>
            <a:off x="8175644" y="1525302"/>
            <a:ext cx="3166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How to use these icons</a:t>
            </a:r>
            <a:endParaRPr sz="18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6" name="Google Shape;856;p54"/>
          <p:cNvPicPr preferRelativeResize="0"/>
          <p:nvPr/>
        </p:nvPicPr>
        <p:blipFill rotWithShape="1">
          <a:blip r:embed="rId45">
            <a:alphaModFix/>
          </a:blip>
          <a:srcRect t="-227"/>
          <a:stretch/>
        </p:blipFill>
        <p:spPr>
          <a:xfrm>
            <a:off x="8175645" y="4935601"/>
            <a:ext cx="3166800" cy="1112172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7" name="Google Shape;857;p54"/>
          <p:cNvSpPr/>
          <p:nvPr/>
        </p:nvSpPr>
        <p:spPr>
          <a:xfrm>
            <a:off x="2511054" y="4241510"/>
            <a:ext cx="429768" cy="429768"/>
          </a:xfrm>
          <a:prstGeom prst="ellipse">
            <a:avLst/>
          </a:prstGeom>
          <a:solidFill>
            <a:srgbClr val="F4B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5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Number icons</a:t>
            </a:r>
            <a:b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5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" name="Google Shape;864;p55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5" name="Google Shape;865;p5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Icons</a:t>
            </a:r>
            <a:endParaRPr/>
          </a:p>
        </p:txBody>
      </p:sp>
      <p:pic>
        <p:nvPicPr>
          <p:cNvPr id="866" name="Google Shape;86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508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419" y="21644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5564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746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6040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651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5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6992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46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47943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4336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3247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79749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37917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285194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5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72508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5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0749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57780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5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3718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5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657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5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72626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5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06688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5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74811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5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5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57780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5595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772626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06688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5595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5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895564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5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718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5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89657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440749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5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4811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5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91841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5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918419" y="42437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5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406992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5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3577468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5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2747943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5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6516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5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066040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55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918419" y="3550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5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07497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5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855595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55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25088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5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606688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55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718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55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89657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5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357780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5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274811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5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5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895564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5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2747943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5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357746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5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4406992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5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9385655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5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5236516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5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6066040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5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772508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5959" y="2170858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5"/>
          <p:cNvSpPr txBox="1"/>
          <p:nvPr/>
        </p:nvSpPr>
        <p:spPr>
          <a:xfrm>
            <a:off x="4791919" y="-31830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56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32" name="Google Shape;93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5975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65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781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675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87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96904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06997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96134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5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705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5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5684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6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7702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56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56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6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917089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746930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6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3576771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6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06629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6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645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6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4406612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6896134" y="4942278"/>
            <a:ext cx="457200" cy="45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6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576771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6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23645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6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72597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06629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6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917089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6612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6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2746930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6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555816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6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938565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6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1917089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6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2746930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677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6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6612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6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645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6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06629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6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6134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6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772597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6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8555816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6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938565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6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0216781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6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274705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6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191708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6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855684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6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6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274705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6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1917089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6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6066935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6896904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6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4406997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6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36966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6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855684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6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6997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6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357702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6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9386812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6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9386812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6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6966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5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6066935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5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56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772687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6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6781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021678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2" name="Google Shape;1012;p57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3" name="Google Shape;1013;p5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  <p:pic>
        <p:nvPicPr>
          <p:cNvPr id="1014" name="Google Shape;101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997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6904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089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6966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47058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7028" y="4247547"/>
            <a:ext cx="45674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02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5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5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6904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4705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5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2687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5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6935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5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406997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5684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5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6812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72687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57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725975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57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555816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57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406612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57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23645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57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06629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57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576771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57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57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746930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5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134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57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10216781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57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6896904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5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917089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7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93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57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104675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57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357702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57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4406997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57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772597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57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274705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57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523645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7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5236966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57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1917089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7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938565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7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772687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57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5684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57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565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57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0216781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57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6896134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57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930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57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3576771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57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4406612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57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629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57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57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57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57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7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57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57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57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57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7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7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57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8555816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57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855684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7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1104675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7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9386812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7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236966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7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274705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7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1917089" y="5675626"/>
            <a:ext cx="457200" cy="41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7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772687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7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6066935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57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104675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57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7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855684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57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357702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7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4406997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7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10216781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" name="Google Shape;1094;p58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95" name="Google Shape;10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41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715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699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160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675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1797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5116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5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747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5478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5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2588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5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83683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9657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5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2626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5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6773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5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6688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5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5655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58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749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5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91841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74811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8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6688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5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898965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523718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8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58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40749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58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26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58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57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8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7780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0749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8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555961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8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88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8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57780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8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3825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5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524147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58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41257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8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718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58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274811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58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689657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58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08435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718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8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358479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274811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8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855595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8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772626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8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780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8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877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58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1753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8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2786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8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72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58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357929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58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8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06731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8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809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58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8556758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58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274825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8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07940" y="1471390"/>
            <a:ext cx="45689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8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98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58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8419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58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6070373" y="4229943"/>
            <a:ext cx="45689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8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Inter"/>
              <a:buNone/>
            </a:pPr>
            <a:r>
              <a:rPr lang="en-US" sz="2667"/>
              <a:t>Icons</a:t>
            </a:r>
            <a:endParaRPr/>
          </a:p>
        </p:txBody>
      </p:sp>
      <p:pic>
        <p:nvPicPr>
          <p:cNvPr id="1155" name="Google Shape;1155;p58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7750724" y="2164840"/>
            <a:ext cx="43891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59"/>
          <p:cNvGraphicFramePr/>
          <p:nvPr>
            <p:extLst>
              <p:ext uri="{D42A27DB-BD31-4B8C-83A1-F6EECF244321}">
                <p14:modId xmlns:p14="http://schemas.microsoft.com/office/powerpoint/2010/main" val="465952720"/>
              </p:ext>
            </p:extLst>
          </p:nvPr>
        </p:nvGraphicFramePr>
        <p:xfrm>
          <a:off x="493485" y="1349828"/>
          <a:ext cx="11198799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61" name="Google Shape;11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85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078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105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065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0250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1862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8056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5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170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5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283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5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0737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5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97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5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851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5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964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5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3624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59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282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5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93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59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89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59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96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59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3874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59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85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5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2171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59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96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59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85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59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7282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5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4675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5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207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5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90145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59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800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59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620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59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27504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59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89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59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93874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59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7282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9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504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9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5578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9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93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9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35800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9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02171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9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96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9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578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9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8985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59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02171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59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74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9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9207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9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92078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3581091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59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01708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59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2750937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59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89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59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93874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59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60689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9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27504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9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9207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9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1104675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9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7282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9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11245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9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357984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59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207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59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578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59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78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59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9392170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59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274944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5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607155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59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41399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5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606510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5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7731862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59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192078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59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27504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59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102171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59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93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59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35800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59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44096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523931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59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358004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59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71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5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1" name="Google Shape;1241;p60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42" name="Google Shape;124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02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22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5675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54022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694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4110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4129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15675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09893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6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8487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6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4708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6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3125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6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2617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6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9833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6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915675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6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60340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6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915675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6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747526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6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4307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6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79377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6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74929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6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04653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6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14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6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06606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6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567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6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23598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6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57583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6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72622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60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74575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440591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60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566922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60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072704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60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5909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60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939833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6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6074929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60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223267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60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939250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60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277555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0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906780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60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6174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60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440795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60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70484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60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1122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60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691479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60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4263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60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434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60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857048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60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35516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60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906780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60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523871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60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5675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60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357719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60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9377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60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6069471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60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900230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60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7730989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60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7526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60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7738631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60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70484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60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1021645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60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855630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60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938638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60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524307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60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7738631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60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357583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60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591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60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938638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0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523598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0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274575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60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1869023" y="5633293"/>
            <a:ext cx="5038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60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772622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60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06606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60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1104653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60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2617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60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1021645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60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6896145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60"/>
          <p:cNvPicPr preferRelativeResize="0"/>
          <p:nvPr/>
        </p:nvPicPr>
        <p:blipFill rotWithShape="1">
          <a:blip r:embed="rId79">
            <a:alphaModFix/>
          </a:blip>
          <a:srcRect/>
          <a:stretch/>
        </p:blipFill>
        <p:spPr>
          <a:xfrm>
            <a:off x="855630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60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61"/>
          <p:cNvSpPr/>
          <p:nvPr/>
        </p:nvSpPr>
        <p:spPr>
          <a:xfrm>
            <a:off x="570427" y="2562041"/>
            <a:ext cx="2685645" cy="268564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6" name="Google Shape;1326;p6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Speaker and partner headshots</a:t>
            </a:r>
            <a:endParaRPr/>
          </a:p>
        </p:txBody>
      </p:sp>
      <p:sp>
        <p:nvSpPr>
          <p:cNvPr id="1327" name="Google Shape;1327;p61"/>
          <p:cNvSpPr/>
          <p:nvPr/>
        </p:nvSpPr>
        <p:spPr>
          <a:xfrm>
            <a:off x="3801066" y="1485636"/>
            <a:ext cx="1955656" cy="4471818"/>
          </a:xfrm>
          <a:prstGeom prst="roundRect">
            <a:avLst>
              <a:gd name="adj" fmla="val 10492"/>
            </a:avLst>
          </a:prstGeom>
          <a:noFill/>
          <a:ln w="25400" cap="flat" cmpd="sng">
            <a:solidFill>
              <a:srgbClr val="26C2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5969533" y="1485636"/>
            <a:ext cx="5652117" cy="4471818"/>
          </a:xfrm>
          <a:prstGeom prst="roundRect">
            <a:avLst>
              <a:gd name="adj" fmla="val 5069"/>
            </a:avLst>
          </a:prstGeom>
          <a:noFill/>
          <a:ln w="25400" cap="flat" cmpd="sng">
            <a:solidFill>
              <a:srgbClr val="ED3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9" name="Google Shape;132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1680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0" name="Google Shape;133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1680" y="4030980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1" name="Google Shape;1331;p61" descr="Picture 80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27923" y="1234928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61" descr="Picture 8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78535" y="1234664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61"/>
          <p:cNvPicPr preferRelativeResize="0"/>
          <p:nvPr/>
        </p:nvPicPr>
        <p:blipFill rotWithShape="1">
          <a:blip r:embed="rId8">
            <a:alphaModFix/>
          </a:blip>
          <a:srcRect l="11853" r="21445"/>
          <a:stretch/>
        </p:blipFill>
        <p:spPr>
          <a:xfrm>
            <a:off x="9852048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4" name="Google Shape;1334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47228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335" name="Google Shape;1335;p61"/>
          <p:cNvSpPr txBox="1"/>
          <p:nvPr/>
        </p:nvSpPr>
        <p:spPr>
          <a:xfrm>
            <a:off x="1143293" y="1901355"/>
            <a:ext cx="1554428" cy="3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rial"/>
              <a:buNone/>
            </a:pPr>
            <a:r>
              <a:rPr lang="en-US" sz="16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Template</a:t>
            </a:r>
            <a:endParaRPr/>
          </a:p>
        </p:txBody>
      </p:sp>
      <p:sp>
        <p:nvSpPr>
          <p:cNvPr id="1336" name="Google Shape;1336;p61"/>
          <p:cNvSpPr txBox="1"/>
          <p:nvPr/>
        </p:nvSpPr>
        <p:spPr>
          <a:xfrm>
            <a:off x="6184439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Another person in shot</a:t>
            </a:r>
            <a:endParaRPr/>
          </a:p>
        </p:txBody>
      </p:sp>
      <p:sp>
        <p:nvSpPr>
          <p:cNvPr id="1337" name="Google Shape;1337;p61"/>
          <p:cNvSpPr txBox="1"/>
          <p:nvPr/>
        </p:nvSpPr>
        <p:spPr>
          <a:xfrm>
            <a:off x="8018243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Cropped too close</a:t>
            </a:r>
            <a:endParaRPr/>
          </a:p>
        </p:txBody>
      </p:sp>
      <p:sp>
        <p:nvSpPr>
          <p:cNvPr id="1338" name="Google Shape;1338;p61"/>
          <p:cNvSpPr txBox="1"/>
          <p:nvPr/>
        </p:nvSpPr>
        <p:spPr>
          <a:xfrm>
            <a:off x="9847227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far</a:t>
            </a:r>
            <a:endParaRPr/>
          </a:p>
        </p:txBody>
      </p:sp>
      <p:sp>
        <p:nvSpPr>
          <p:cNvPr id="1339" name="Google Shape;1339;p61"/>
          <p:cNvSpPr txBox="1"/>
          <p:nvPr/>
        </p:nvSpPr>
        <p:spPr>
          <a:xfrm>
            <a:off x="9745984" y="5612078"/>
            <a:ext cx="17569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 logos or graphic t-shirts</a:t>
            </a:r>
            <a:endParaRPr/>
          </a:p>
        </p:txBody>
      </p:sp>
      <p:sp>
        <p:nvSpPr>
          <p:cNvPr id="1340" name="Google Shape;1340;p61"/>
          <p:cNvSpPr txBox="1"/>
          <p:nvPr/>
        </p:nvSpPr>
        <p:spPr>
          <a:xfrm>
            <a:off x="6184439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Pixelated/too blurry</a:t>
            </a:r>
            <a:endParaRPr/>
          </a:p>
        </p:txBody>
      </p:sp>
      <p:sp>
        <p:nvSpPr>
          <p:cNvPr id="1341" name="Google Shape;1341;p61"/>
          <p:cNvSpPr txBox="1"/>
          <p:nvPr/>
        </p:nvSpPr>
        <p:spPr>
          <a:xfrm>
            <a:off x="8018243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artsy</a:t>
            </a:r>
            <a:endParaRPr/>
          </a:p>
        </p:txBody>
      </p:sp>
      <p:pic>
        <p:nvPicPr>
          <p:cNvPr id="1342" name="Google Shape;1342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8243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3" name="Google Shape;1343;p61"/>
          <p:cNvPicPr preferRelativeResize="0"/>
          <p:nvPr/>
        </p:nvPicPr>
        <p:blipFill rotWithShape="1">
          <a:blip r:embed="rId11">
            <a:alphaModFix/>
          </a:blip>
          <a:srcRect l="16736" r="16735"/>
          <a:stretch/>
        </p:blipFill>
        <p:spPr>
          <a:xfrm>
            <a:off x="8018243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4" name="Google Shape;1344;p6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84439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5" name="Google Shape;1345;p6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84439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grpSp>
        <p:nvGrpSpPr>
          <p:cNvPr id="1346" name="Google Shape;1346;p61"/>
          <p:cNvGrpSpPr/>
          <p:nvPr/>
        </p:nvGrpSpPr>
        <p:grpSpPr>
          <a:xfrm>
            <a:off x="535713" y="2708297"/>
            <a:ext cx="2755482" cy="2393250"/>
            <a:chOff x="642856" y="3249956"/>
            <a:chExt cx="3306578" cy="2871900"/>
          </a:xfrm>
        </p:grpSpPr>
        <p:sp>
          <p:nvSpPr>
            <p:cNvPr id="1347" name="Google Shape;1347;p61"/>
            <p:cNvSpPr/>
            <p:nvPr/>
          </p:nvSpPr>
          <p:spPr>
            <a:xfrm>
              <a:off x="1472849" y="3249956"/>
              <a:ext cx="1644768" cy="2039951"/>
            </a:xfrm>
            <a:prstGeom prst="ellipse">
              <a:avLst/>
            </a:prstGeom>
            <a:solidFill>
              <a:srgbClr val="FFFFFF">
                <a:alpha val="19215"/>
              </a:srgbClr>
            </a:solidFill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8" name="Google Shape;1348;p61"/>
            <p:cNvCxnSpPr>
              <a:endCxn id="1349" idx="2"/>
            </p:cNvCxnSpPr>
            <p:nvPr/>
          </p:nvCxnSpPr>
          <p:spPr>
            <a:xfrm>
              <a:off x="1472831" y="4269931"/>
              <a:ext cx="4362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0" name="Google Shape;1350;p61"/>
            <p:cNvCxnSpPr>
              <a:stCxn id="1347" idx="0"/>
            </p:cNvCxnSpPr>
            <p:nvPr/>
          </p:nvCxnSpPr>
          <p:spPr>
            <a:xfrm>
              <a:off x="2295233" y="3249956"/>
              <a:ext cx="9300" cy="287190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351" name="Google Shape;1351;p61"/>
            <p:cNvSpPr/>
            <p:nvPr/>
          </p:nvSpPr>
          <p:spPr>
            <a:xfrm>
              <a:off x="2472717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1"/>
            <p:cNvSpPr/>
            <p:nvPr/>
          </p:nvSpPr>
          <p:spPr>
            <a:xfrm>
              <a:off x="1909031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1"/>
            <p:cNvSpPr/>
            <p:nvPr/>
          </p:nvSpPr>
          <p:spPr>
            <a:xfrm>
              <a:off x="2625445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1"/>
            <p:cNvSpPr/>
            <p:nvPr/>
          </p:nvSpPr>
          <p:spPr>
            <a:xfrm flipH="1">
              <a:off x="642856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4" name="Google Shape;1354;p61"/>
            <p:cNvCxnSpPr>
              <a:endCxn id="1351" idx="2"/>
            </p:cNvCxnSpPr>
            <p:nvPr/>
          </p:nvCxnSpPr>
          <p:spPr>
            <a:xfrm>
              <a:off x="2119017" y="4269931"/>
              <a:ext cx="3537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5" name="Google Shape;1355;p61"/>
            <p:cNvCxnSpPr/>
            <p:nvPr/>
          </p:nvCxnSpPr>
          <p:spPr>
            <a:xfrm>
              <a:off x="2681792" y="4269931"/>
              <a:ext cx="435825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2"/>
          <p:cNvSpPr/>
          <p:nvPr/>
        </p:nvSpPr>
        <p:spPr>
          <a:xfrm>
            <a:off x="9938678" y="4227691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2"/>
          <p:cNvSpPr/>
          <p:nvPr/>
        </p:nvSpPr>
        <p:spPr>
          <a:xfrm>
            <a:off x="1499499" y="3009636"/>
            <a:ext cx="762000" cy="7620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2705096" y="3009636"/>
            <a:ext cx="762000" cy="7620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2"/>
          <p:cNvSpPr/>
          <p:nvPr/>
        </p:nvSpPr>
        <p:spPr>
          <a:xfrm>
            <a:off x="3910693" y="3009636"/>
            <a:ext cx="762000" cy="7620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5116289" y="3009636"/>
            <a:ext cx="762000" cy="7620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2"/>
          <p:cNvSpPr/>
          <p:nvPr/>
        </p:nvSpPr>
        <p:spPr>
          <a:xfrm>
            <a:off x="8733079" y="4227691"/>
            <a:ext cx="762000" cy="7620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2"/>
          <p:cNvSpPr/>
          <p:nvPr/>
        </p:nvSpPr>
        <p:spPr>
          <a:xfrm>
            <a:off x="7527483" y="3009636"/>
            <a:ext cx="762000" cy="7620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2"/>
          <p:cNvSpPr/>
          <p:nvPr/>
        </p:nvSpPr>
        <p:spPr>
          <a:xfrm>
            <a:off x="6321886" y="3009636"/>
            <a:ext cx="762000" cy="762000"/>
          </a:xfrm>
          <a:prstGeom prst="ellipse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2"/>
          <p:cNvSpPr/>
          <p:nvPr/>
        </p:nvSpPr>
        <p:spPr>
          <a:xfrm>
            <a:off x="8733079" y="3009636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2"/>
          <p:cNvSpPr/>
          <p:nvPr/>
        </p:nvSpPr>
        <p:spPr>
          <a:xfrm>
            <a:off x="1499499" y="4227691"/>
            <a:ext cx="762000" cy="7620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/>
          <p:nvPr/>
        </p:nvSpPr>
        <p:spPr>
          <a:xfrm>
            <a:off x="2705096" y="4227691"/>
            <a:ext cx="762000" cy="762000"/>
          </a:xfrm>
          <a:prstGeom prst="ellipse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2"/>
          <p:cNvSpPr/>
          <p:nvPr/>
        </p:nvSpPr>
        <p:spPr>
          <a:xfrm>
            <a:off x="7527483" y="4227691"/>
            <a:ext cx="762000" cy="762000"/>
          </a:xfrm>
          <a:prstGeom prst="ellipse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9938678" y="3009636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2"/>
          <p:cNvSpPr/>
          <p:nvPr/>
        </p:nvSpPr>
        <p:spPr>
          <a:xfrm>
            <a:off x="3910693" y="4227691"/>
            <a:ext cx="762000" cy="762000"/>
          </a:xfrm>
          <a:prstGeom prst="ellipse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5116289" y="4227691"/>
            <a:ext cx="762000" cy="762000"/>
          </a:xfrm>
          <a:prstGeom prst="ellipse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2"/>
          <p:cNvSpPr/>
          <p:nvPr/>
        </p:nvSpPr>
        <p:spPr>
          <a:xfrm>
            <a:off x="6321886" y="4227691"/>
            <a:ext cx="762000" cy="762000"/>
          </a:xfrm>
          <a:prstGeom prst="ellipse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6" name="Google Shape;1376;p62"/>
          <p:cNvCxnSpPr/>
          <p:nvPr/>
        </p:nvCxnSpPr>
        <p:spPr>
          <a:xfrm>
            <a:off x="5176187" y="2129534"/>
            <a:ext cx="522932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cxnSp>
        <p:nvCxnSpPr>
          <p:cNvPr id="1377" name="Google Shape;1377;p62"/>
          <p:cNvCxnSpPr/>
          <p:nvPr/>
        </p:nvCxnSpPr>
        <p:spPr>
          <a:xfrm>
            <a:off x="6512505" y="2129534"/>
            <a:ext cx="493696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sp>
        <p:nvSpPr>
          <p:cNvPr id="1378" name="Google Shape;1378;p62"/>
          <p:cNvSpPr/>
          <p:nvPr/>
        </p:nvSpPr>
        <p:spPr>
          <a:xfrm>
            <a:off x="4414187" y="1757377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7019492" y="1757377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5716839" y="1757377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Personas</a:t>
            </a:r>
            <a:endParaRPr/>
          </a:p>
        </p:txBody>
      </p:sp>
      <p:sp>
        <p:nvSpPr>
          <p:cNvPr id="1382" name="Google Shape;1382;p6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These images have been approved for use. Be mindful of diversity when using multiple personas.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p63"/>
          <p:cNvGrpSpPr/>
          <p:nvPr/>
        </p:nvGrpSpPr>
        <p:grpSpPr>
          <a:xfrm>
            <a:off x="7471030" y="1711077"/>
            <a:ext cx="1119574" cy="1119574"/>
            <a:chOff x="3842719" y="1344667"/>
            <a:chExt cx="2046233" cy="2046233"/>
          </a:xfrm>
        </p:grpSpPr>
        <p:sp>
          <p:nvSpPr>
            <p:cNvPr id="1388" name="Google Shape;1388;p63"/>
            <p:cNvSpPr/>
            <p:nvPr/>
          </p:nvSpPr>
          <p:spPr>
            <a:xfrm>
              <a:off x="3842719" y="1344667"/>
              <a:ext cx="2046233" cy="2046233"/>
            </a:xfrm>
            <a:prstGeom prst="ellipse">
              <a:avLst/>
            </a:prstGeom>
            <a:solidFill>
              <a:srgbClr val="2486F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89" name="Google Shape;1389;p63" descr="BoxApps - Fill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29789" y="1731737"/>
              <a:ext cx="1272095" cy="12720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0" name="Google Shape;1390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767" y="3158435"/>
            <a:ext cx="43561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63"/>
          <p:cNvSpPr/>
          <p:nvPr/>
        </p:nvSpPr>
        <p:spPr>
          <a:xfrm>
            <a:off x="1343163" y="2693063"/>
            <a:ext cx="2778263" cy="46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41876"/>
                </a:solidFill>
                <a:latin typeface="Inter"/>
                <a:ea typeface="Inter"/>
                <a:cs typeface="Inter"/>
                <a:sym typeface="Inter"/>
              </a:rPr>
              <a:t>Introducing</a:t>
            </a:r>
            <a:endParaRPr sz="1800">
              <a:solidFill>
                <a:srgbClr val="D418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x Theme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obVTI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63</Slides>
  <Notes>63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Box Theme</vt:lpstr>
      <vt:lpstr>1_BlobVTI</vt:lpstr>
      <vt:lpstr>New typeface check</vt:lpstr>
      <vt:lpstr>Notes from the Design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column</vt:lpstr>
      <vt:lpstr>2 column</vt:lpstr>
      <vt:lpstr>1/3:2/3 column</vt:lpstr>
      <vt:lpstr>Framework</vt:lpstr>
      <vt:lpstr>Framework</vt:lpstr>
      <vt:lpstr>Framework with images</vt:lpstr>
      <vt:lpstr>Framework</vt:lpstr>
      <vt:lpstr>Framework</vt:lpstr>
      <vt:lpstr>1 column with quote</vt:lpstr>
      <vt:lpstr>1 column with quote</vt:lpstr>
      <vt:lpstr>Use cases</vt:lpstr>
      <vt:lpstr>PowerPoint Presentation</vt:lpstr>
      <vt:lpstr>Big number</vt:lpstr>
      <vt:lpstr>Big number</vt:lpstr>
      <vt:lpstr>Bar graph</vt:lpstr>
      <vt:lpstr>Line graph</vt:lpstr>
      <vt:lpstr>Pie chart</vt:lpstr>
      <vt:lpstr>Pie chart</vt:lpstr>
      <vt:lpstr>Flow chart</vt:lpstr>
      <vt:lpstr>Timeline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CTA/Summary/Take away</vt:lpstr>
      <vt:lpstr>Thank you  Speaker Name Email @speaker URL +1 415 344 2645 </vt:lpstr>
      <vt:lpstr>Q&amp;A</vt:lpstr>
      <vt:lpstr>PowerPoint Presentation</vt:lpstr>
      <vt:lpstr>Box logo </vt:lpstr>
      <vt:lpstr>Color palette </vt:lpstr>
      <vt:lpstr>Color palette </vt:lpstr>
      <vt:lpstr>File icons</vt:lpstr>
      <vt:lpstr>Number icons </vt:lpstr>
      <vt:lpstr>Icons</vt:lpstr>
      <vt:lpstr>Icons</vt:lpstr>
      <vt:lpstr>Icons</vt:lpstr>
      <vt:lpstr>Icons</vt:lpstr>
      <vt:lpstr>Icons</vt:lpstr>
      <vt:lpstr>Icons</vt:lpstr>
      <vt:lpstr>Speaker and partner headshots</vt:lpstr>
      <vt:lpstr>Personas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Moose Maravilla</dc:creator>
  <cp:revision>2</cp:revision>
  <dcterms:created xsi:type="dcterms:W3CDTF">2024-12-13T22:25:07Z</dcterms:created>
  <dcterms:modified xsi:type="dcterms:W3CDTF">2025-01-29T21:14:16Z</dcterms:modified>
</cp:coreProperties>
</file>